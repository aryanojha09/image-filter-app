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FECBAB-2BE8-4B8D-80CD-6777F872BA00}" v="10" dt="2025-04-15T16:42:39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ojha5833@outlook.com" userId="456692e232dcbbbe" providerId="LiveId" clId="{99FECBAB-2BE8-4B8D-80CD-6777F872BA00}"/>
    <pc:docChg chg="undo custSel modSld">
      <pc:chgData name="aryanojha5833@outlook.com" userId="456692e232dcbbbe" providerId="LiveId" clId="{99FECBAB-2BE8-4B8D-80CD-6777F872BA00}" dt="2025-04-15T16:52:58.834" v="178"/>
      <pc:docMkLst>
        <pc:docMk/>
      </pc:docMkLst>
      <pc:sldChg chg="modSp mod">
        <pc:chgData name="aryanojha5833@outlook.com" userId="456692e232dcbbbe" providerId="LiveId" clId="{99FECBAB-2BE8-4B8D-80CD-6777F872BA00}" dt="2025-04-15T16:52:35.187" v="177" actId="27636"/>
        <pc:sldMkLst>
          <pc:docMk/>
          <pc:sldMk cId="0" sldId="256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6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52:35.187" v="177" actId="2763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1:58.415" v="58" actId="1076"/>
        <pc:sldMkLst>
          <pc:docMk/>
          <pc:sldMk cId="0" sldId="257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7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1:58.415" v="58" actId="1076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08.091" v="60" actId="1076"/>
        <pc:sldMkLst>
          <pc:docMk/>
          <pc:sldMk cId="0" sldId="258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8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08.091" v="60" actId="1076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19.943" v="62" actId="1076"/>
        <pc:sldMkLst>
          <pc:docMk/>
          <pc:sldMk cId="0" sldId="259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9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19.943" v="62" actId="107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30.859" v="65" actId="1076"/>
        <pc:sldMkLst>
          <pc:docMk/>
          <pc:sldMk cId="0" sldId="260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0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30.859" v="65" actId="1076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41.400" v="68" actId="1076"/>
        <pc:sldMkLst>
          <pc:docMk/>
          <pc:sldMk cId="0" sldId="261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1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41.400" v="68" actId="1076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51.667" v="70" actId="1076"/>
        <pc:sldMkLst>
          <pc:docMk/>
          <pc:sldMk cId="0" sldId="262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2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51.667" v="70" actId="1076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02.915" v="72" actId="1076"/>
        <pc:sldMkLst>
          <pc:docMk/>
          <pc:sldMk cId="0" sldId="263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3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02.915" v="72" actId="1076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12.311" v="74" actId="1076"/>
        <pc:sldMkLst>
          <pc:docMk/>
          <pc:sldMk cId="0" sldId="264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4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12.311" v="74" actId="1076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17.080" v="75" actId="404"/>
        <pc:sldMkLst>
          <pc:docMk/>
          <pc:sldMk cId="0" sldId="265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5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17.080" v="75" actId="404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52:58.834" v="178"/>
        <pc:sldMkLst>
          <pc:docMk/>
          <pc:sldMk cId="0" sldId="266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6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52:58.834" v="178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4:29.962" v="105" actId="20577"/>
        <pc:sldMkLst>
          <pc:docMk/>
          <pc:sldMk cId="0" sldId="267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7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4:29.962" v="105" actId="20577"/>
          <ac:spMkLst>
            <pc:docMk/>
            <pc:sldMk cId="0" sldId="267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596974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47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63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089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413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41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000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40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05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093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9902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5525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576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8904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299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923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411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  <p:sldLayoutId id="214748373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Advanced Libraries in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545850"/>
          </a:xfrm>
        </p:spPr>
        <p:txBody>
          <a:bodyPr>
            <a:normAutofit/>
          </a:bodyPr>
          <a:lstStyle/>
          <a:p>
            <a:r>
              <a:rPr dirty="0"/>
              <a:t>Mini Project: Image Filter App using Pillow &amp; Matplotlib</a:t>
            </a:r>
          </a:p>
          <a:p>
            <a:r>
              <a:rPr dirty="0"/>
              <a:t>Presented by: Aryan Ojha</a:t>
            </a:r>
            <a:endParaRPr lang="en-US" dirty="0"/>
          </a:p>
          <a:p>
            <a:r>
              <a:rPr lang="en-IN" dirty="0"/>
              <a:t>Enrollment No:2401030730002</a:t>
            </a:r>
            <a:br>
              <a:rPr lang="en-IN" dirty="0"/>
            </a:br>
            <a:r>
              <a:rPr lang="en-IN" dirty="0"/>
              <a:t>Assignment:3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are Python Libraries?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438401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Python libraries are collections of pre-written code.</a:t>
            </a:r>
          </a:p>
          <a:p>
            <a:r>
              <a:rPr sz="2000" dirty="0"/>
              <a:t>- They let us do more by writing less.</a:t>
            </a:r>
          </a:p>
          <a:p>
            <a:r>
              <a:rPr sz="2000" dirty="0"/>
              <a:t>- Libraries simplify complex programming tasks.</a:t>
            </a:r>
          </a:p>
          <a:p>
            <a:r>
              <a:rPr sz="2000" dirty="0"/>
              <a:t>- Help in areas like data, images, AI, etc.</a:t>
            </a:r>
          </a:p>
          <a:p>
            <a:r>
              <a:rPr sz="2000" dirty="0"/>
              <a:t>- Example: Pillow helps with images.</a:t>
            </a:r>
          </a:p>
          <a:p>
            <a:r>
              <a:rPr sz="2000" dirty="0"/>
              <a:t>- Matplotlib helps with charts.</a:t>
            </a:r>
          </a:p>
          <a:p>
            <a:r>
              <a:rPr sz="2000" dirty="0"/>
              <a:t>- TensorFlow helps with AI.</a:t>
            </a:r>
          </a:p>
          <a:p>
            <a:r>
              <a:rPr sz="2000" dirty="0"/>
              <a:t>- Libraries save time and reduce errors.</a:t>
            </a:r>
          </a:p>
          <a:p>
            <a:r>
              <a:rPr sz="2000" dirty="0"/>
              <a:t>- We use two libraries in our mini project.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Pillow?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303207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Pillow is a Python library for image processing.</a:t>
            </a:r>
          </a:p>
          <a:p>
            <a:r>
              <a:rPr sz="2000" dirty="0"/>
              <a:t>- It can open, resize, and apply effects to images.</a:t>
            </a:r>
          </a:p>
          <a:p>
            <a:r>
              <a:rPr sz="2000" dirty="0"/>
              <a:t>- Easy to use and beginner-friendly.</a:t>
            </a:r>
          </a:p>
          <a:p>
            <a:r>
              <a:rPr sz="2000" dirty="0"/>
              <a:t>- Can convert images to grayscale.</a:t>
            </a:r>
          </a:p>
          <a:p>
            <a:r>
              <a:rPr sz="2000" dirty="0"/>
              <a:t>- Can apply filters like blur and edge detection.</a:t>
            </a:r>
          </a:p>
          <a:p>
            <a:r>
              <a:rPr sz="2000" dirty="0"/>
              <a:t>- Supports many formats: JPG, PNG, etc.</a:t>
            </a:r>
          </a:p>
          <a:p>
            <a:r>
              <a:rPr sz="2000" dirty="0"/>
              <a:t>- Works well with other libraries.</a:t>
            </a:r>
          </a:p>
          <a:p>
            <a:r>
              <a:rPr sz="2000" dirty="0"/>
              <a:t>- We used it to modify an image.</a:t>
            </a:r>
          </a:p>
          <a:p>
            <a:r>
              <a:rPr sz="2000" dirty="0"/>
              <a:t>- It's the core library in our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Matplotlib?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34381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Matplotlib is used for making graphs and plots.</a:t>
            </a:r>
          </a:p>
          <a:p>
            <a:r>
              <a:rPr sz="2000" dirty="0"/>
              <a:t>- In our project, we used it to show images.</a:t>
            </a:r>
          </a:p>
          <a:p>
            <a:r>
              <a:rPr sz="2000" dirty="0"/>
              <a:t>- It allows showing multiple images in one figure.</a:t>
            </a:r>
          </a:p>
          <a:p>
            <a:r>
              <a:rPr sz="2000" dirty="0"/>
              <a:t>- You can control layout and titles.</a:t>
            </a:r>
          </a:p>
          <a:p>
            <a:r>
              <a:rPr sz="2000" dirty="0"/>
              <a:t>- Useful in data science and machine learning.</a:t>
            </a:r>
          </a:p>
          <a:p>
            <a:r>
              <a:rPr sz="2000" dirty="0"/>
              <a:t>- Makes results easier to understand.</a:t>
            </a:r>
          </a:p>
          <a:p>
            <a:r>
              <a:rPr sz="2000" dirty="0"/>
              <a:t>- You can save plots as image files.</a:t>
            </a:r>
          </a:p>
          <a:p>
            <a:r>
              <a:rPr sz="2000" dirty="0"/>
              <a:t>- Works well with other tools like NumPy.</a:t>
            </a:r>
          </a:p>
          <a:p>
            <a:r>
              <a:rPr sz="2000" dirty="0"/>
              <a:t>- We used it to show original and filtered images.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44213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Name: Image Filter App using Pillow and Matplotlib</a:t>
            </a:r>
          </a:p>
          <a:p>
            <a:r>
              <a:rPr sz="2000" dirty="0"/>
              <a:t>- Goal: Apply simple filters to a selected image</a:t>
            </a:r>
          </a:p>
          <a:p>
            <a:r>
              <a:rPr sz="2000" dirty="0"/>
              <a:t>- Filters: Grayscale, Blur, Edge Detection</a:t>
            </a:r>
          </a:p>
          <a:p>
            <a:r>
              <a:rPr sz="2000" dirty="0"/>
              <a:t>- Show all filters in one window using plots</a:t>
            </a:r>
          </a:p>
          <a:p>
            <a:r>
              <a:rPr sz="2000" dirty="0"/>
              <a:t>- Beginner-friendly and easy to understand</a:t>
            </a:r>
          </a:p>
          <a:p>
            <a:r>
              <a:rPr sz="2000" dirty="0"/>
              <a:t>- Uses two advanced libraries effectively</a:t>
            </a:r>
          </a:p>
          <a:p>
            <a:r>
              <a:rPr sz="2000" dirty="0"/>
              <a:t>- Teaches image loading and manipulation</a:t>
            </a:r>
          </a:p>
          <a:p>
            <a:r>
              <a:rPr sz="2000" dirty="0"/>
              <a:t>- Can be extended with more filters</a:t>
            </a:r>
          </a:p>
          <a:p>
            <a:r>
              <a:rPr sz="2000" dirty="0"/>
              <a:t>- Helps learn visualization and image basics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Step 1: Load the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73710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First, import the Pillow library</a:t>
            </a:r>
          </a:p>
          <a:p>
            <a:r>
              <a:rPr sz="2000" dirty="0"/>
              <a:t>- Use </a:t>
            </a:r>
            <a:r>
              <a:rPr sz="2000" dirty="0" err="1"/>
              <a:t>Image.open</a:t>
            </a:r>
            <a:r>
              <a:rPr sz="2000" dirty="0"/>
              <a:t>() to load the image file</a:t>
            </a:r>
          </a:p>
          <a:p>
            <a:r>
              <a:rPr sz="2000" dirty="0"/>
              <a:t>- Save your image in the same folder as the script</a:t>
            </a:r>
          </a:p>
          <a:p>
            <a:r>
              <a:rPr sz="2000" dirty="0"/>
              <a:t>- Handle error if image is missing</a:t>
            </a:r>
          </a:p>
          <a:p>
            <a:r>
              <a:rPr sz="2000" dirty="0"/>
              <a:t>- Load only supported file types like .jpg/.</a:t>
            </a:r>
            <a:r>
              <a:rPr sz="2000" dirty="0" err="1"/>
              <a:t>png</a:t>
            </a:r>
            <a:endParaRPr sz="2000" dirty="0"/>
          </a:p>
          <a:p>
            <a:r>
              <a:rPr sz="2000" dirty="0"/>
              <a:t>- Image gets stored in a variable (e.g., </a:t>
            </a:r>
            <a:r>
              <a:rPr sz="2000" dirty="0" err="1"/>
              <a:t>img</a:t>
            </a:r>
            <a:r>
              <a:rPr sz="2000" dirty="0"/>
              <a:t>)</a:t>
            </a:r>
          </a:p>
          <a:p>
            <a:r>
              <a:rPr sz="2000" dirty="0"/>
              <a:t>- Always make sure path is correct</a:t>
            </a:r>
          </a:p>
          <a:p>
            <a:r>
              <a:rPr sz="2000" dirty="0"/>
              <a:t>- This is the first step before processing</a:t>
            </a:r>
          </a:p>
          <a:p>
            <a:r>
              <a:rPr sz="2000" dirty="0"/>
              <a:t>- Required before applying filters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Step 2: Apply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83542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Use Pillow’s functions to apply filters</a:t>
            </a:r>
          </a:p>
          <a:p>
            <a:r>
              <a:rPr sz="2000" dirty="0"/>
              <a:t>- Convert to grayscale using .convert('L')</a:t>
            </a:r>
          </a:p>
          <a:p>
            <a:r>
              <a:rPr sz="2000" dirty="0"/>
              <a:t>- Apply blur using </a:t>
            </a:r>
            <a:r>
              <a:rPr sz="2000" dirty="0" err="1"/>
              <a:t>ImageFilter.BLUR</a:t>
            </a:r>
            <a:endParaRPr sz="2000" dirty="0"/>
          </a:p>
          <a:p>
            <a:r>
              <a:rPr sz="2000" dirty="0"/>
              <a:t>- Detect edges using </a:t>
            </a:r>
            <a:r>
              <a:rPr sz="2000" dirty="0" err="1"/>
              <a:t>ImageFilter.FIND_EDGES</a:t>
            </a:r>
            <a:endParaRPr sz="2000" dirty="0"/>
          </a:p>
          <a:p>
            <a:r>
              <a:rPr sz="2000" dirty="0"/>
              <a:t>- Each filter returns a new image</a:t>
            </a:r>
          </a:p>
          <a:p>
            <a:r>
              <a:rPr sz="2000" dirty="0"/>
              <a:t>- Keep original image unchanged</a:t>
            </a:r>
          </a:p>
          <a:p>
            <a:r>
              <a:rPr sz="2000" dirty="0"/>
              <a:t>- Easy to chain or combine filters</a:t>
            </a:r>
          </a:p>
          <a:p>
            <a:r>
              <a:rPr sz="2000" dirty="0"/>
              <a:t>- Great for learning image transformation</a:t>
            </a:r>
          </a:p>
          <a:p>
            <a:r>
              <a:rPr sz="2000" dirty="0"/>
              <a:t>- These steps are simple and visual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Show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93374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Import </a:t>
            </a:r>
            <a:r>
              <a:rPr sz="2000" dirty="0" err="1"/>
              <a:t>matplotlib.pyplot</a:t>
            </a:r>
            <a:r>
              <a:rPr sz="2000" dirty="0"/>
              <a:t> as </a:t>
            </a:r>
            <a:r>
              <a:rPr sz="2000" dirty="0" err="1"/>
              <a:t>plt</a:t>
            </a:r>
            <a:endParaRPr sz="2000" dirty="0"/>
          </a:p>
          <a:p>
            <a:r>
              <a:rPr sz="2000" dirty="0"/>
              <a:t>- Use </a:t>
            </a:r>
            <a:r>
              <a:rPr sz="2000" dirty="0" err="1"/>
              <a:t>plt.subplot</a:t>
            </a:r>
            <a:r>
              <a:rPr sz="2000" dirty="0"/>
              <a:t>() to organize layout</a:t>
            </a:r>
          </a:p>
          <a:p>
            <a:r>
              <a:rPr sz="2000" dirty="0"/>
              <a:t>- Use </a:t>
            </a:r>
            <a:r>
              <a:rPr sz="2000" dirty="0" err="1"/>
              <a:t>plt.imshow</a:t>
            </a:r>
            <a:r>
              <a:rPr sz="2000" dirty="0"/>
              <a:t>() to show each image</a:t>
            </a:r>
          </a:p>
          <a:p>
            <a:r>
              <a:rPr sz="2000" dirty="0"/>
              <a:t>- Turn off axes using </a:t>
            </a:r>
            <a:r>
              <a:rPr sz="2000" dirty="0" err="1"/>
              <a:t>plt.axis</a:t>
            </a:r>
            <a:r>
              <a:rPr sz="2000" dirty="0"/>
              <a:t>('off')</a:t>
            </a:r>
          </a:p>
          <a:p>
            <a:r>
              <a:rPr sz="2000" dirty="0"/>
              <a:t>- Add titles using </a:t>
            </a:r>
            <a:r>
              <a:rPr sz="2000" dirty="0" err="1"/>
              <a:t>plt.title</a:t>
            </a:r>
            <a:r>
              <a:rPr sz="2000" dirty="0"/>
              <a:t>()</a:t>
            </a:r>
          </a:p>
          <a:p>
            <a:r>
              <a:rPr sz="2000" dirty="0"/>
              <a:t>- Show all images with </a:t>
            </a:r>
            <a:r>
              <a:rPr sz="2000" dirty="0" err="1"/>
              <a:t>plt.show</a:t>
            </a:r>
            <a:r>
              <a:rPr sz="2000" dirty="0"/>
              <a:t>()</a:t>
            </a:r>
          </a:p>
          <a:p>
            <a:r>
              <a:rPr sz="2000" dirty="0"/>
              <a:t>- Makes it easy to compare filters</a:t>
            </a:r>
          </a:p>
          <a:p>
            <a:r>
              <a:rPr sz="2000" dirty="0"/>
              <a:t>- Final step to visualize output</a:t>
            </a:r>
          </a:p>
          <a:p>
            <a:r>
              <a:rPr sz="2000" dirty="0"/>
              <a:t>- Clear and simple image display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Output Screenshot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185219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This slide shows sample output of the app</a:t>
            </a:r>
          </a:p>
          <a:p>
            <a:r>
              <a:rPr sz="2000" dirty="0"/>
              <a:t>- Top left: Original color image</a:t>
            </a:r>
          </a:p>
          <a:p>
            <a:r>
              <a:rPr sz="2000" dirty="0"/>
              <a:t>- Top right: Grayscale image</a:t>
            </a:r>
          </a:p>
          <a:p>
            <a:r>
              <a:rPr sz="2000" dirty="0"/>
              <a:t>- Bottom left: Blurred version</a:t>
            </a:r>
          </a:p>
          <a:p>
            <a:r>
              <a:rPr sz="2000" dirty="0"/>
              <a:t>- Bottom right: Edge-detected image</a:t>
            </a:r>
          </a:p>
          <a:p>
            <a:r>
              <a:rPr sz="2000" dirty="0"/>
              <a:t>- Layout made using matplotlib subplots</a:t>
            </a:r>
          </a:p>
          <a:p>
            <a:r>
              <a:rPr sz="2000" dirty="0"/>
              <a:t>- Helps users visually compare results</a:t>
            </a:r>
          </a:p>
          <a:p>
            <a:r>
              <a:rPr sz="2000" dirty="0"/>
              <a:t>- Easy to expand with more filters</a:t>
            </a:r>
          </a:p>
          <a:p>
            <a:r>
              <a:rPr sz="2000" dirty="0"/>
              <a:t>- Add your screenshot here for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Libraries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2000" dirty="0"/>
              <a:t>- Pillow:</a:t>
            </a:r>
          </a:p>
          <a:p>
            <a:r>
              <a:rPr sz="2000" dirty="0"/>
              <a:t>  • Used for image loading and filtering</a:t>
            </a:r>
          </a:p>
          <a:p>
            <a:r>
              <a:rPr sz="2000" dirty="0"/>
              <a:t>  • Simple functions like convert(), filter()</a:t>
            </a:r>
          </a:p>
          <a:p>
            <a:r>
              <a:rPr sz="2000" dirty="0"/>
              <a:t>- Matplotlib:</a:t>
            </a:r>
          </a:p>
          <a:p>
            <a:r>
              <a:rPr sz="2000" dirty="0"/>
              <a:t>  • Used to display images in a grid layout</a:t>
            </a:r>
          </a:p>
          <a:p>
            <a:r>
              <a:rPr sz="2000" dirty="0"/>
              <a:t>  • Useful for clear visual comparison</a:t>
            </a:r>
          </a:p>
          <a:p>
            <a:r>
              <a:rPr sz="2000" dirty="0"/>
              <a:t>- These are powerful Python libraries</a:t>
            </a:r>
          </a:p>
          <a:p>
            <a:r>
              <a:rPr sz="2000" dirty="0"/>
              <a:t>- Together, they help build fun projects</a:t>
            </a:r>
          </a:p>
          <a:p>
            <a:r>
              <a:rPr sz="2000" dirty="0"/>
              <a:t>- Easy to learn and use</a:t>
            </a:r>
          </a:p>
          <a:p>
            <a:r>
              <a:rPr sz="2000" dirty="0"/>
              <a:t>- Can be extended with NumPy, OpenCV</a:t>
            </a:r>
          </a:p>
          <a:p>
            <a:r>
              <a:rPr sz="2000" dirty="0"/>
              <a:t>- Useful in real-world image apps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897626"/>
            <a:ext cx="7704667" cy="2064774"/>
          </a:xfrm>
        </p:spPr>
        <p:txBody>
          <a:bodyPr>
            <a:noAutofit/>
          </a:bodyPr>
          <a:lstStyle/>
          <a:p>
            <a:r>
              <a:rPr lang="en-IN" sz="2000"/>
              <a:t>- https://github.com/AryanOjha09/image-filter-app.git</a:t>
            </a:r>
            <a:endParaRPr lang="en-IN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723104"/>
            <a:ext cx="7704667" cy="2239296"/>
          </a:xfrm>
        </p:spPr>
        <p:txBody>
          <a:bodyPr>
            <a:normAutofit/>
          </a:bodyPr>
          <a:lstStyle/>
          <a:p>
            <a:r>
              <a:rPr sz="2000" dirty="0"/>
              <a:t> Thanks for watching!</a:t>
            </a:r>
          </a:p>
          <a:p>
            <a:r>
              <a:rPr sz="2000" dirty="0"/>
              <a:t>Presented by: Aryan Ojha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18</TotalTime>
  <Words>756</Words>
  <Application>Microsoft Office PowerPoint</Application>
  <PresentationFormat>On-screen Show (4:3)</PresentationFormat>
  <Paragraphs>101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Corbel</vt:lpstr>
      <vt:lpstr>Parallax</vt:lpstr>
      <vt:lpstr>Advanced Libraries in Python</vt:lpstr>
      <vt:lpstr>What are Python Libraries?</vt:lpstr>
      <vt:lpstr>What is Pillow?</vt:lpstr>
      <vt:lpstr>What is Matplotlib?</vt:lpstr>
      <vt:lpstr>Project Overview</vt:lpstr>
      <vt:lpstr>Step 1: Load the Image</vt:lpstr>
      <vt:lpstr>Step 2: Apply Filters</vt:lpstr>
      <vt:lpstr>Step 3: Show Results</vt:lpstr>
      <vt:lpstr>Output Screenshot</vt:lpstr>
      <vt:lpstr>Libraries Used</vt:lpstr>
      <vt:lpstr>GitHub Repository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aryanojha5833@outlook.com</cp:lastModifiedBy>
  <cp:revision>1</cp:revision>
  <dcterms:created xsi:type="dcterms:W3CDTF">2013-01-27T09:14:16Z</dcterms:created>
  <dcterms:modified xsi:type="dcterms:W3CDTF">2025-04-15T16:53:01Z</dcterms:modified>
  <cp:category/>
</cp:coreProperties>
</file>