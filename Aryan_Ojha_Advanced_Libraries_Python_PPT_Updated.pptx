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FECBAB-2BE8-4B8D-80CD-6777F872BA00}" v="15" dt="2025-04-16T05:10:54.3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yanojha5833@outlook.com" userId="456692e232dcbbbe" providerId="LiveId" clId="{99FECBAB-2BE8-4B8D-80CD-6777F872BA00}"/>
    <pc:docChg chg="undo custSel addSld delSld modSld">
      <pc:chgData name="aryanojha5833@outlook.com" userId="456692e232dcbbbe" providerId="LiveId" clId="{99FECBAB-2BE8-4B8D-80CD-6777F872BA00}" dt="2025-04-16T05:11:17.996" v="245" actId="1076"/>
      <pc:docMkLst>
        <pc:docMk/>
      </pc:docMkLst>
      <pc:sldChg chg="modSp mod">
        <pc:chgData name="aryanojha5833@outlook.com" userId="456692e232dcbbbe" providerId="LiveId" clId="{99FECBAB-2BE8-4B8D-80CD-6777F872BA00}" dt="2025-04-15T16:52:35.187" v="177" actId="27636"/>
        <pc:sldMkLst>
          <pc:docMk/>
          <pc:sldMk cId="0" sldId="256"/>
        </pc:sldMkLst>
        <pc:spChg chg="mod">
          <ac:chgData name="aryanojha5833@outlook.com" userId="456692e232dcbbbe" providerId="LiveId" clId="{99FECBAB-2BE8-4B8D-80CD-6777F872BA00}" dt="2025-04-15T16:41:48.165" v="5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ryanojha5833@outlook.com" userId="456692e232dcbbbe" providerId="LiveId" clId="{99FECBAB-2BE8-4B8D-80CD-6777F872BA00}" dt="2025-04-15T16:52:35.187" v="177" actId="27636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aryanojha5833@outlook.com" userId="456692e232dcbbbe" providerId="LiveId" clId="{99FECBAB-2BE8-4B8D-80CD-6777F872BA00}" dt="2025-04-15T16:41:58.415" v="58" actId="1076"/>
        <pc:sldMkLst>
          <pc:docMk/>
          <pc:sldMk cId="0" sldId="257"/>
        </pc:sldMkLst>
        <pc:spChg chg="mod">
          <ac:chgData name="aryanojha5833@outlook.com" userId="456692e232dcbbbe" providerId="LiveId" clId="{99FECBAB-2BE8-4B8D-80CD-6777F872BA00}" dt="2025-04-15T16:41:48.165" v="56"/>
          <ac:spMkLst>
            <pc:docMk/>
            <pc:sldMk cId="0" sldId="257"/>
            <ac:spMk id="2" creationId="{00000000-0000-0000-0000-000000000000}"/>
          </ac:spMkLst>
        </pc:spChg>
        <pc:spChg chg="mod">
          <ac:chgData name="aryanojha5833@outlook.com" userId="456692e232dcbbbe" providerId="LiveId" clId="{99FECBAB-2BE8-4B8D-80CD-6777F872BA00}" dt="2025-04-15T16:41:58.415" v="58" actId="107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aryanojha5833@outlook.com" userId="456692e232dcbbbe" providerId="LiveId" clId="{99FECBAB-2BE8-4B8D-80CD-6777F872BA00}" dt="2025-04-15T16:42:08.091" v="60" actId="1076"/>
        <pc:sldMkLst>
          <pc:docMk/>
          <pc:sldMk cId="0" sldId="258"/>
        </pc:sldMkLst>
        <pc:spChg chg="mod">
          <ac:chgData name="aryanojha5833@outlook.com" userId="456692e232dcbbbe" providerId="LiveId" clId="{99FECBAB-2BE8-4B8D-80CD-6777F872BA00}" dt="2025-04-15T16:41:48.165" v="56"/>
          <ac:spMkLst>
            <pc:docMk/>
            <pc:sldMk cId="0" sldId="258"/>
            <ac:spMk id="2" creationId="{00000000-0000-0000-0000-000000000000}"/>
          </ac:spMkLst>
        </pc:spChg>
        <pc:spChg chg="mod">
          <ac:chgData name="aryanojha5833@outlook.com" userId="456692e232dcbbbe" providerId="LiveId" clId="{99FECBAB-2BE8-4B8D-80CD-6777F872BA00}" dt="2025-04-15T16:42:08.091" v="60" actId="107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aryanojha5833@outlook.com" userId="456692e232dcbbbe" providerId="LiveId" clId="{99FECBAB-2BE8-4B8D-80CD-6777F872BA00}" dt="2025-04-15T16:42:19.943" v="62" actId="1076"/>
        <pc:sldMkLst>
          <pc:docMk/>
          <pc:sldMk cId="0" sldId="259"/>
        </pc:sldMkLst>
        <pc:spChg chg="mod">
          <ac:chgData name="aryanojha5833@outlook.com" userId="456692e232dcbbbe" providerId="LiveId" clId="{99FECBAB-2BE8-4B8D-80CD-6777F872BA00}" dt="2025-04-15T16:41:48.165" v="56"/>
          <ac:spMkLst>
            <pc:docMk/>
            <pc:sldMk cId="0" sldId="259"/>
            <ac:spMk id="2" creationId="{00000000-0000-0000-0000-000000000000}"/>
          </ac:spMkLst>
        </pc:spChg>
        <pc:spChg chg="mod">
          <ac:chgData name="aryanojha5833@outlook.com" userId="456692e232dcbbbe" providerId="LiveId" clId="{99FECBAB-2BE8-4B8D-80CD-6777F872BA00}" dt="2025-04-15T16:42:19.943" v="62" actId="107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aryanojha5833@outlook.com" userId="456692e232dcbbbe" providerId="LiveId" clId="{99FECBAB-2BE8-4B8D-80CD-6777F872BA00}" dt="2025-04-15T16:42:30.859" v="65" actId="1076"/>
        <pc:sldMkLst>
          <pc:docMk/>
          <pc:sldMk cId="0" sldId="260"/>
        </pc:sldMkLst>
        <pc:spChg chg="mod">
          <ac:chgData name="aryanojha5833@outlook.com" userId="456692e232dcbbbe" providerId="LiveId" clId="{99FECBAB-2BE8-4B8D-80CD-6777F872BA00}" dt="2025-04-15T16:41:48.165" v="56"/>
          <ac:spMkLst>
            <pc:docMk/>
            <pc:sldMk cId="0" sldId="260"/>
            <ac:spMk id="2" creationId="{00000000-0000-0000-0000-000000000000}"/>
          </ac:spMkLst>
        </pc:spChg>
        <pc:spChg chg="mod">
          <ac:chgData name="aryanojha5833@outlook.com" userId="456692e232dcbbbe" providerId="LiveId" clId="{99FECBAB-2BE8-4B8D-80CD-6777F872BA00}" dt="2025-04-15T16:42:30.859" v="65" actId="1076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aryanojha5833@outlook.com" userId="456692e232dcbbbe" providerId="LiveId" clId="{99FECBAB-2BE8-4B8D-80CD-6777F872BA00}" dt="2025-04-15T16:42:41.400" v="68" actId="1076"/>
        <pc:sldMkLst>
          <pc:docMk/>
          <pc:sldMk cId="0" sldId="261"/>
        </pc:sldMkLst>
        <pc:spChg chg="mod">
          <ac:chgData name="aryanojha5833@outlook.com" userId="456692e232dcbbbe" providerId="LiveId" clId="{99FECBAB-2BE8-4B8D-80CD-6777F872BA00}" dt="2025-04-15T16:41:48.165" v="56"/>
          <ac:spMkLst>
            <pc:docMk/>
            <pc:sldMk cId="0" sldId="261"/>
            <ac:spMk id="2" creationId="{00000000-0000-0000-0000-000000000000}"/>
          </ac:spMkLst>
        </pc:spChg>
        <pc:spChg chg="mod">
          <ac:chgData name="aryanojha5833@outlook.com" userId="456692e232dcbbbe" providerId="LiveId" clId="{99FECBAB-2BE8-4B8D-80CD-6777F872BA00}" dt="2025-04-15T16:42:41.400" v="68" actId="1076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aryanojha5833@outlook.com" userId="456692e232dcbbbe" providerId="LiveId" clId="{99FECBAB-2BE8-4B8D-80CD-6777F872BA00}" dt="2025-04-15T16:42:51.667" v="70" actId="1076"/>
        <pc:sldMkLst>
          <pc:docMk/>
          <pc:sldMk cId="0" sldId="262"/>
        </pc:sldMkLst>
        <pc:spChg chg="mod">
          <ac:chgData name="aryanojha5833@outlook.com" userId="456692e232dcbbbe" providerId="LiveId" clId="{99FECBAB-2BE8-4B8D-80CD-6777F872BA00}" dt="2025-04-15T16:41:48.165" v="56"/>
          <ac:spMkLst>
            <pc:docMk/>
            <pc:sldMk cId="0" sldId="262"/>
            <ac:spMk id="2" creationId="{00000000-0000-0000-0000-000000000000}"/>
          </ac:spMkLst>
        </pc:spChg>
        <pc:spChg chg="mod">
          <ac:chgData name="aryanojha5833@outlook.com" userId="456692e232dcbbbe" providerId="LiveId" clId="{99FECBAB-2BE8-4B8D-80CD-6777F872BA00}" dt="2025-04-15T16:42:51.667" v="70" actId="1076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aryanojha5833@outlook.com" userId="456692e232dcbbbe" providerId="LiveId" clId="{99FECBAB-2BE8-4B8D-80CD-6777F872BA00}" dt="2025-04-15T16:43:02.915" v="72" actId="1076"/>
        <pc:sldMkLst>
          <pc:docMk/>
          <pc:sldMk cId="0" sldId="263"/>
        </pc:sldMkLst>
        <pc:spChg chg="mod">
          <ac:chgData name="aryanojha5833@outlook.com" userId="456692e232dcbbbe" providerId="LiveId" clId="{99FECBAB-2BE8-4B8D-80CD-6777F872BA00}" dt="2025-04-15T16:41:48.165" v="56"/>
          <ac:spMkLst>
            <pc:docMk/>
            <pc:sldMk cId="0" sldId="263"/>
            <ac:spMk id="2" creationId="{00000000-0000-0000-0000-000000000000}"/>
          </ac:spMkLst>
        </pc:spChg>
        <pc:spChg chg="mod">
          <ac:chgData name="aryanojha5833@outlook.com" userId="456692e232dcbbbe" providerId="LiveId" clId="{99FECBAB-2BE8-4B8D-80CD-6777F872BA00}" dt="2025-04-15T16:43:02.915" v="72" actId="1076"/>
          <ac:spMkLst>
            <pc:docMk/>
            <pc:sldMk cId="0" sldId="263"/>
            <ac:spMk id="3" creationId="{00000000-0000-0000-0000-000000000000}"/>
          </ac:spMkLst>
        </pc:spChg>
      </pc:sldChg>
      <pc:sldChg chg="addSp delSp modSp mod">
        <pc:chgData name="aryanojha5833@outlook.com" userId="456692e232dcbbbe" providerId="LiveId" clId="{99FECBAB-2BE8-4B8D-80CD-6777F872BA00}" dt="2025-04-16T05:11:17.996" v="245" actId="1076"/>
        <pc:sldMkLst>
          <pc:docMk/>
          <pc:sldMk cId="0" sldId="264"/>
        </pc:sldMkLst>
        <pc:spChg chg="mod">
          <ac:chgData name="aryanojha5833@outlook.com" userId="456692e232dcbbbe" providerId="LiveId" clId="{99FECBAB-2BE8-4B8D-80CD-6777F872BA00}" dt="2025-04-15T16:41:48.165" v="56"/>
          <ac:spMkLst>
            <pc:docMk/>
            <pc:sldMk cId="0" sldId="264"/>
            <ac:spMk id="2" creationId="{00000000-0000-0000-0000-000000000000}"/>
          </ac:spMkLst>
        </pc:spChg>
        <pc:spChg chg="del mod">
          <ac:chgData name="aryanojha5833@outlook.com" userId="456692e232dcbbbe" providerId="LiveId" clId="{99FECBAB-2BE8-4B8D-80CD-6777F872BA00}" dt="2025-04-16T05:10:54.341" v="238" actId="931"/>
          <ac:spMkLst>
            <pc:docMk/>
            <pc:sldMk cId="0" sldId="264"/>
            <ac:spMk id="3" creationId="{00000000-0000-0000-0000-000000000000}"/>
          </ac:spMkLst>
        </pc:spChg>
        <pc:picChg chg="add mod">
          <ac:chgData name="aryanojha5833@outlook.com" userId="456692e232dcbbbe" providerId="LiveId" clId="{99FECBAB-2BE8-4B8D-80CD-6777F872BA00}" dt="2025-04-16T05:11:17.996" v="245" actId="1076"/>
          <ac:picMkLst>
            <pc:docMk/>
            <pc:sldMk cId="0" sldId="264"/>
            <ac:picMk id="5" creationId="{C7E9EDC5-DB3F-151D-DB73-4C3078875DE6}"/>
          </ac:picMkLst>
        </pc:picChg>
      </pc:sldChg>
      <pc:sldChg chg="modSp mod">
        <pc:chgData name="aryanojha5833@outlook.com" userId="456692e232dcbbbe" providerId="LiveId" clId="{99FECBAB-2BE8-4B8D-80CD-6777F872BA00}" dt="2025-04-15T16:43:17.080" v="75" actId="404"/>
        <pc:sldMkLst>
          <pc:docMk/>
          <pc:sldMk cId="0" sldId="265"/>
        </pc:sldMkLst>
        <pc:spChg chg="mod">
          <ac:chgData name="aryanojha5833@outlook.com" userId="456692e232dcbbbe" providerId="LiveId" clId="{99FECBAB-2BE8-4B8D-80CD-6777F872BA00}" dt="2025-04-15T16:41:48.165" v="56"/>
          <ac:spMkLst>
            <pc:docMk/>
            <pc:sldMk cId="0" sldId="265"/>
            <ac:spMk id="2" creationId="{00000000-0000-0000-0000-000000000000}"/>
          </ac:spMkLst>
        </pc:spChg>
        <pc:spChg chg="mod">
          <ac:chgData name="aryanojha5833@outlook.com" userId="456692e232dcbbbe" providerId="LiveId" clId="{99FECBAB-2BE8-4B8D-80CD-6777F872BA00}" dt="2025-04-15T16:43:17.080" v="75" actId="404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aryanojha5833@outlook.com" userId="456692e232dcbbbe" providerId="LiveId" clId="{99FECBAB-2BE8-4B8D-80CD-6777F872BA00}" dt="2025-04-15T16:52:58.834" v="178"/>
        <pc:sldMkLst>
          <pc:docMk/>
          <pc:sldMk cId="0" sldId="266"/>
        </pc:sldMkLst>
        <pc:spChg chg="mod">
          <ac:chgData name="aryanojha5833@outlook.com" userId="456692e232dcbbbe" providerId="LiveId" clId="{99FECBAB-2BE8-4B8D-80CD-6777F872BA00}" dt="2025-04-15T16:41:48.165" v="56"/>
          <ac:spMkLst>
            <pc:docMk/>
            <pc:sldMk cId="0" sldId="266"/>
            <ac:spMk id="2" creationId="{00000000-0000-0000-0000-000000000000}"/>
          </ac:spMkLst>
        </pc:spChg>
        <pc:spChg chg="mod">
          <ac:chgData name="aryanojha5833@outlook.com" userId="456692e232dcbbbe" providerId="LiveId" clId="{99FECBAB-2BE8-4B8D-80CD-6777F872BA00}" dt="2025-04-15T16:52:58.834" v="178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aryanojha5833@outlook.com" userId="456692e232dcbbbe" providerId="LiveId" clId="{99FECBAB-2BE8-4B8D-80CD-6777F872BA00}" dt="2025-04-15T16:44:29.962" v="105" actId="20577"/>
        <pc:sldMkLst>
          <pc:docMk/>
          <pc:sldMk cId="0" sldId="267"/>
        </pc:sldMkLst>
        <pc:spChg chg="mod">
          <ac:chgData name="aryanojha5833@outlook.com" userId="456692e232dcbbbe" providerId="LiveId" clId="{99FECBAB-2BE8-4B8D-80CD-6777F872BA00}" dt="2025-04-15T16:41:48.165" v="56"/>
          <ac:spMkLst>
            <pc:docMk/>
            <pc:sldMk cId="0" sldId="267"/>
            <ac:spMk id="2" creationId="{00000000-0000-0000-0000-000000000000}"/>
          </ac:spMkLst>
        </pc:spChg>
        <pc:spChg chg="mod">
          <ac:chgData name="aryanojha5833@outlook.com" userId="456692e232dcbbbe" providerId="LiveId" clId="{99FECBAB-2BE8-4B8D-80CD-6777F872BA00}" dt="2025-04-15T16:44:29.962" v="105" actId="20577"/>
          <ac:spMkLst>
            <pc:docMk/>
            <pc:sldMk cId="0" sldId="267"/>
            <ac:spMk id="3" creationId="{00000000-0000-0000-0000-000000000000}"/>
          </ac:spMkLst>
        </pc:spChg>
      </pc:sldChg>
      <pc:sldChg chg="addSp delSp modSp add del mod">
        <pc:chgData name="aryanojha5833@outlook.com" userId="456692e232dcbbbe" providerId="LiveId" clId="{99FECBAB-2BE8-4B8D-80CD-6777F872BA00}" dt="2025-04-16T05:06:28.532" v="208" actId="47"/>
        <pc:sldMkLst>
          <pc:docMk/>
          <pc:sldMk cId="2203158512" sldId="268"/>
        </pc:sldMkLst>
        <pc:spChg chg="mod">
          <ac:chgData name="aryanojha5833@outlook.com" userId="456692e232dcbbbe" providerId="LiveId" clId="{99FECBAB-2BE8-4B8D-80CD-6777F872BA00}" dt="2025-04-16T05:05:49.781" v="199" actId="14100"/>
          <ac:spMkLst>
            <pc:docMk/>
            <pc:sldMk cId="2203158512" sldId="268"/>
            <ac:spMk id="2" creationId="{C604FC2D-ABF0-720E-4E7A-361EC800F5A6}"/>
          </ac:spMkLst>
        </pc:spChg>
        <pc:spChg chg="mod">
          <ac:chgData name="aryanojha5833@outlook.com" userId="456692e232dcbbbe" providerId="LiveId" clId="{99FECBAB-2BE8-4B8D-80CD-6777F872BA00}" dt="2025-04-16T05:06:03.561" v="204" actId="20577"/>
          <ac:spMkLst>
            <pc:docMk/>
            <pc:sldMk cId="2203158512" sldId="268"/>
            <ac:spMk id="3" creationId="{0BF9176C-7833-BCC6-1F15-6CE7ED64EB6E}"/>
          </ac:spMkLst>
        </pc:spChg>
        <pc:picChg chg="add del mod">
          <ac:chgData name="aryanojha5833@outlook.com" userId="456692e232dcbbbe" providerId="LiveId" clId="{99FECBAB-2BE8-4B8D-80CD-6777F872BA00}" dt="2025-04-16T05:06:10.803" v="206" actId="478"/>
          <ac:picMkLst>
            <pc:docMk/>
            <pc:sldMk cId="2203158512" sldId="268"/>
            <ac:picMk id="5" creationId="{D0AD1178-3FF8-2CA0-2FBC-374386D962FD}"/>
          </ac:picMkLst>
        </pc:picChg>
      </pc:sldChg>
      <pc:sldChg chg="addSp delSp modSp new mod">
        <pc:chgData name="aryanojha5833@outlook.com" userId="456692e232dcbbbe" providerId="LiveId" clId="{99FECBAB-2BE8-4B8D-80CD-6777F872BA00}" dt="2025-04-16T05:09:21.987" v="236" actId="14100"/>
        <pc:sldMkLst>
          <pc:docMk/>
          <pc:sldMk cId="2953394271" sldId="269"/>
        </pc:sldMkLst>
        <pc:spChg chg="mod">
          <ac:chgData name="aryanojha5833@outlook.com" userId="456692e232dcbbbe" providerId="LiveId" clId="{99FECBAB-2BE8-4B8D-80CD-6777F872BA00}" dt="2025-04-16T05:06:36.518" v="220" actId="14100"/>
          <ac:spMkLst>
            <pc:docMk/>
            <pc:sldMk cId="2953394271" sldId="269"/>
            <ac:spMk id="2" creationId="{9F7EB948-4DB9-263F-C3B6-450BFCF4ECC9}"/>
          </ac:spMkLst>
        </pc:spChg>
        <pc:spChg chg="add del">
          <ac:chgData name="aryanojha5833@outlook.com" userId="456692e232dcbbbe" providerId="LiveId" clId="{99FECBAB-2BE8-4B8D-80CD-6777F872BA00}" dt="2025-04-16T05:08:08.015" v="227" actId="931"/>
          <ac:spMkLst>
            <pc:docMk/>
            <pc:sldMk cId="2953394271" sldId="269"/>
            <ac:spMk id="3" creationId="{DFE9E82D-93E1-1E7D-AF3C-E8B12A1F26C7}"/>
          </ac:spMkLst>
        </pc:spChg>
        <pc:spChg chg="del">
          <ac:chgData name="aryanojha5833@outlook.com" userId="456692e232dcbbbe" providerId="LiveId" clId="{99FECBAB-2BE8-4B8D-80CD-6777F872BA00}" dt="2025-04-16T05:09:03.334" v="231" actId="931"/>
          <ac:spMkLst>
            <pc:docMk/>
            <pc:sldMk cId="2953394271" sldId="269"/>
            <ac:spMk id="4" creationId="{749A3B68-4014-3CCD-5C58-4679AD290F21}"/>
          </ac:spMkLst>
        </pc:spChg>
        <pc:picChg chg="add mod">
          <ac:chgData name="aryanojha5833@outlook.com" userId="456692e232dcbbbe" providerId="LiveId" clId="{99FECBAB-2BE8-4B8D-80CD-6777F872BA00}" dt="2025-04-16T05:07:59.196" v="226" actId="931"/>
          <ac:picMkLst>
            <pc:docMk/>
            <pc:sldMk cId="2953394271" sldId="269"/>
            <ac:picMk id="6" creationId="{704F4887-D898-F119-4358-3A56B511D4FD}"/>
          </ac:picMkLst>
        </pc:picChg>
        <pc:picChg chg="add mod">
          <ac:chgData name="aryanojha5833@outlook.com" userId="456692e232dcbbbe" providerId="LiveId" clId="{99FECBAB-2BE8-4B8D-80CD-6777F872BA00}" dt="2025-04-16T05:09:21.987" v="236" actId="14100"/>
          <ac:picMkLst>
            <pc:docMk/>
            <pc:sldMk cId="2953394271" sldId="269"/>
            <ac:picMk id="8" creationId="{1BFFCF7D-AD35-A45F-5B68-EBD26940FC2C}"/>
          </ac:picMkLst>
        </pc:picChg>
        <pc:picChg chg="add mod">
          <ac:chgData name="aryanojha5833@outlook.com" userId="456692e232dcbbbe" providerId="LiveId" clId="{99FECBAB-2BE8-4B8D-80CD-6777F872BA00}" dt="2025-04-16T05:09:17.678" v="235" actId="14100"/>
          <ac:picMkLst>
            <pc:docMk/>
            <pc:sldMk cId="2953394271" sldId="269"/>
            <ac:picMk id="10" creationId="{7CD3A7B8-D41F-0CCD-47B1-82EEF2AFCCC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596974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647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363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089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73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413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41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000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840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056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93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9902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5525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768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8904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299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923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11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Advanced Libraries in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545850"/>
          </a:xfrm>
        </p:spPr>
        <p:txBody>
          <a:bodyPr>
            <a:normAutofit/>
          </a:bodyPr>
          <a:lstStyle/>
          <a:p>
            <a:r>
              <a:rPr dirty="0"/>
              <a:t>Mini Project: Image Filter App using Pillow &amp; Matplotlib</a:t>
            </a:r>
          </a:p>
          <a:p>
            <a:r>
              <a:rPr dirty="0"/>
              <a:t>Presented by: Aryan Ojha</a:t>
            </a:r>
            <a:endParaRPr lang="en-US" dirty="0"/>
          </a:p>
          <a:p>
            <a:r>
              <a:rPr lang="en-IN" dirty="0"/>
              <a:t>Enrollment No:2401030730002</a:t>
            </a:r>
            <a:br>
              <a:rPr lang="en-IN" dirty="0"/>
            </a:br>
            <a:r>
              <a:rPr lang="en-IN" dirty="0"/>
              <a:t>Assignment:3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are Python Libraries?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438401"/>
            <a:ext cx="7704667" cy="3332816"/>
          </a:xfrm>
        </p:spPr>
        <p:txBody>
          <a:bodyPr>
            <a:noAutofit/>
          </a:bodyPr>
          <a:lstStyle/>
          <a:p>
            <a:r>
              <a:rPr sz="2000" dirty="0"/>
              <a:t>- Python libraries are collections of pre-written code.</a:t>
            </a:r>
          </a:p>
          <a:p>
            <a:r>
              <a:rPr sz="2000" dirty="0"/>
              <a:t>- They let us do more by writing less.</a:t>
            </a:r>
          </a:p>
          <a:p>
            <a:r>
              <a:rPr sz="2000" dirty="0"/>
              <a:t>- Libraries simplify complex programming tasks.</a:t>
            </a:r>
          </a:p>
          <a:p>
            <a:r>
              <a:rPr sz="2000" dirty="0"/>
              <a:t>- Help in areas like data, images, AI, etc.</a:t>
            </a:r>
          </a:p>
          <a:p>
            <a:r>
              <a:rPr sz="2000" dirty="0"/>
              <a:t>- Example: Pillow helps with images.</a:t>
            </a:r>
          </a:p>
          <a:p>
            <a:r>
              <a:rPr sz="2000" dirty="0"/>
              <a:t>- Matplotlib helps with charts.</a:t>
            </a:r>
          </a:p>
          <a:p>
            <a:r>
              <a:rPr sz="2000" dirty="0"/>
              <a:t>- TensorFlow helps with AI.</a:t>
            </a:r>
          </a:p>
          <a:p>
            <a:r>
              <a:rPr sz="2000" dirty="0"/>
              <a:t>- Libraries save time and reduce errors.</a:t>
            </a:r>
          </a:p>
          <a:p>
            <a:r>
              <a:rPr sz="2000" dirty="0"/>
              <a:t>- We use two libraries in our mini project.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Pillow?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303207"/>
            <a:ext cx="7704667" cy="3332816"/>
          </a:xfrm>
        </p:spPr>
        <p:txBody>
          <a:bodyPr>
            <a:noAutofit/>
          </a:bodyPr>
          <a:lstStyle/>
          <a:p>
            <a:r>
              <a:rPr sz="2000" dirty="0"/>
              <a:t>- Pillow is a Python library for image processing.</a:t>
            </a:r>
          </a:p>
          <a:p>
            <a:r>
              <a:rPr sz="2000" dirty="0"/>
              <a:t>- It can open, resize, and apply effects to images.</a:t>
            </a:r>
          </a:p>
          <a:p>
            <a:r>
              <a:rPr sz="2000" dirty="0"/>
              <a:t>- Easy to use and beginner-friendly.</a:t>
            </a:r>
          </a:p>
          <a:p>
            <a:r>
              <a:rPr sz="2000" dirty="0"/>
              <a:t>- Can convert images to grayscale.</a:t>
            </a:r>
          </a:p>
          <a:p>
            <a:r>
              <a:rPr sz="2000" dirty="0"/>
              <a:t>- Can apply filters like blur and edge detection.</a:t>
            </a:r>
          </a:p>
          <a:p>
            <a:r>
              <a:rPr sz="2000" dirty="0"/>
              <a:t>- Supports many formats: JPG, PNG, etc.</a:t>
            </a:r>
          </a:p>
          <a:p>
            <a:r>
              <a:rPr sz="2000" dirty="0"/>
              <a:t>- Works well with other libraries.</a:t>
            </a:r>
          </a:p>
          <a:p>
            <a:r>
              <a:rPr sz="2000" dirty="0"/>
              <a:t>- We used it to modify an image.</a:t>
            </a:r>
          </a:p>
          <a:p>
            <a:r>
              <a:rPr sz="2000" dirty="0"/>
              <a:t>- It's the core library in our project.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Matplotlib?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234381"/>
            <a:ext cx="7704667" cy="3332816"/>
          </a:xfrm>
        </p:spPr>
        <p:txBody>
          <a:bodyPr>
            <a:noAutofit/>
          </a:bodyPr>
          <a:lstStyle/>
          <a:p>
            <a:r>
              <a:rPr sz="2000" dirty="0"/>
              <a:t>- Matplotlib is used for making graphs and plots.</a:t>
            </a:r>
          </a:p>
          <a:p>
            <a:r>
              <a:rPr sz="2000" dirty="0"/>
              <a:t>- In our project, we used it to show images.</a:t>
            </a:r>
          </a:p>
          <a:p>
            <a:r>
              <a:rPr sz="2000" dirty="0"/>
              <a:t>- It allows showing multiple images in one figure.</a:t>
            </a:r>
          </a:p>
          <a:p>
            <a:r>
              <a:rPr sz="2000" dirty="0"/>
              <a:t>- You can control layout and titles.</a:t>
            </a:r>
          </a:p>
          <a:p>
            <a:r>
              <a:rPr sz="2000" dirty="0"/>
              <a:t>- Useful in data science and machine learning.</a:t>
            </a:r>
          </a:p>
          <a:p>
            <a:r>
              <a:rPr sz="2000" dirty="0"/>
              <a:t>- Makes results easier to understand.</a:t>
            </a:r>
          </a:p>
          <a:p>
            <a:r>
              <a:rPr sz="2000" dirty="0"/>
              <a:t>- You can save plots as image files.</a:t>
            </a:r>
          </a:p>
          <a:p>
            <a:r>
              <a:rPr sz="2000" dirty="0"/>
              <a:t>- Works well with other tools like NumPy.</a:t>
            </a:r>
          </a:p>
          <a:p>
            <a:r>
              <a:rPr sz="2000" dirty="0"/>
              <a:t>- We used it to show original and filtered images.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244213"/>
            <a:ext cx="7704667" cy="3332816"/>
          </a:xfrm>
        </p:spPr>
        <p:txBody>
          <a:bodyPr>
            <a:noAutofit/>
          </a:bodyPr>
          <a:lstStyle/>
          <a:p>
            <a:r>
              <a:rPr sz="2000" dirty="0"/>
              <a:t>- Name: Image Filter App using Pillow and Matplotlib</a:t>
            </a:r>
          </a:p>
          <a:p>
            <a:r>
              <a:rPr sz="2000" dirty="0"/>
              <a:t>- Goal: Apply simple filters to a selected image</a:t>
            </a:r>
          </a:p>
          <a:p>
            <a:r>
              <a:rPr sz="2000" dirty="0"/>
              <a:t>- Filters: Grayscale, Blur, Edge Detection</a:t>
            </a:r>
          </a:p>
          <a:p>
            <a:r>
              <a:rPr sz="2000" dirty="0"/>
              <a:t>- Show all filters in one window using plots</a:t>
            </a:r>
          </a:p>
          <a:p>
            <a:r>
              <a:rPr sz="2000" dirty="0"/>
              <a:t>- Beginner-friendly and easy to understand</a:t>
            </a:r>
          </a:p>
          <a:p>
            <a:r>
              <a:rPr sz="2000" dirty="0"/>
              <a:t>- Uses two advanced libraries effectively</a:t>
            </a:r>
          </a:p>
          <a:p>
            <a:r>
              <a:rPr sz="2000" dirty="0"/>
              <a:t>- Teaches image loading and manipulation</a:t>
            </a:r>
          </a:p>
          <a:p>
            <a:r>
              <a:rPr sz="2000" dirty="0"/>
              <a:t>- Can be extended with more filters</a:t>
            </a:r>
          </a:p>
          <a:p>
            <a:r>
              <a:rPr sz="2000" dirty="0"/>
              <a:t>- Helps learn visualization and image basics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Step 1: Load the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273710"/>
            <a:ext cx="7704667" cy="3332816"/>
          </a:xfrm>
        </p:spPr>
        <p:txBody>
          <a:bodyPr>
            <a:noAutofit/>
          </a:bodyPr>
          <a:lstStyle/>
          <a:p>
            <a:r>
              <a:rPr sz="2000" dirty="0"/>
              <a:t>- First, import the Pillow library</a:t>
            </a:r>
          </a:p>
          <a:p>
            <a:r>
              <a:rPr sz="2000" dirty="0"/>
              <a:t>- Use </a:t>
            </a:r>
            <a:r>
              <a:rPr sz="2000" dirty="0" err="1"/>
              <a:t>Image.open</a:t>
            </a:r>
            <a:r>
              <a:rPr sz="2000" dirty="0"/>
              <a:t>() to load the image file</a:t>
            </a:r>
          </a:p>
          <a:p>
            <a:r>
              <a:rPr sz="2000" dirty="0"/>
              <a:t>- Save your image in the same folder as the script</a:t>
            </a:r>
          </a:p>
          <a:p>
            <a:r>
              <a:rPr sz="2000" dirty="0"/>
              <a:t>- Handle error if image is missing</a:t>
            </a:r>
          </a:p>
          <a:p>
            <a:r>
              <a:rPr sz="2000" dirty="0"/>
              <a:t>- Load only supported file types like .jpg/.</a:t>
            </a:r>
            <a:r>
              <a:rPr sz="2000" dirty="0" err="1"/>
              <a:t>png</a:t>
            </a:r>
            <a:endParaRPr sz="2000" dirty="0"/>
          </a:p>
          <a:p>
            <a:r>
              <a:rPr sz="2000" dirty="0"/>
              <a:t>- Image gets stored in a variable (e.g., </a:t>
            </a:r>
            <a:r>
              <a:rPr sz="2000" dirty="0" err="1"/>
              <a:t>img</a:t>
            </a:r>
            <a:r>
              <a:rPr sz="2000" dirty="0"/>
              <a:t>)</a:t>
            </a:r>
          </a:p>
          <a:p>
            <a:r>
              <a:rPr sz="2000" dirty="0"/>
              <a:t>- Always make sure path is correct</a:t>
            </a:r>
          </a:p>
          <a:p>
            <a:r>
              <a:rPr sz="2000" dirty="0"/>
              <a:t>- This is the first step before processing</a:t>
            </a:r>
          </a:p>
          <a:p>
            <a:r>
              <a:rPr sz="2000" dirty="0"/>
              <a:t>- Required before applying filters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Step 2: Apply 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283542"/>
            <a:ext cx="7704667" cy="3332816"/>
          </a:xfrm>
        </p:spPr>
        <p:txBody>
          <a:bodyPr>
            <a:noAutofit/>
          </a:bodyPr>
          <a:lstStyle/>
          <a:p>
            <a:r>
              <a:rPr sz="2000" dirty="0"/>
              <a:t>- Use Pillow’s functions to apply filters</a:t>
            </a:r>
          </a:p>
          <a:p>
            <a:r>
              <a:rPr sz="2000" dirty="0"/>
              <a:t>- Convert to grayscale using .convert('L')</a:t>
            </a:r>
          </a:p>
          <a:p>
            <a:r>
              <a:rPr sz="2000" dirty="0"/>
              <a:t>- Apply blur using </a:t>
            </a:r>
            <a:r>
              <a:rPr sz="2000" dirty="0" err="1"/>
              <a:t>ImageFilter.BLUR</a:t>
            </a:r>
            <a:endParaRPr sz="2000" dirty="0"/>
          </a:p>
          <a:p>
            <a:r>
              <a:rPr sz="2000" dirty="0"/>
              <a:t>- Detect edges using </a:t>
            </a:r>
            <a:r>
              <a:rPr sz="2000" dirty="0" err="1"/>
              <a:t>ImageFilter.FIND_EDGES</a:t>
            </a:r>
            <a:endParaRPr sz="2000" dirty="0"/>
          </a:p>
          <a:p>
            <a:r>
              <a:rPr sz="2000" dirty="0"/>
              <a:t>- Each filter returns a new image</a:t>
            </a:r>
          </a:p>
          <a:p>
            <a:r>
              <a:rPr sz="2000" dirty="0"/>
              <a:t>- Keep original image unchanged</a:t>
            </a:r>
          </a:p>
          <a:p>
            <a:r>
              <a:rPr sz="2000" dirty="0"/>
              <a:t>- Easy to chain or combine filters</a:t>
            </a:r>
          </a:p>
          <a:p>
            <a:r>
              <a:rPr sz="2000" dirty="0"/>
              <a:t>- Great for learning image transformation</a:t>
            </a:r>
          </a:p>
          <a:p>
            <a:r>
              <a:rPr sz="2000" dirty="0"/>
              <a:t>- These steps are simple and visual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Show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293374"/>
            <a:ext cx="7704667" cy="3332816"/>
          </a:xfrm>
        </p:spPr>
        <p:txBody>
          <a:bodyPr>
            <a:noAutofit/>
          </a:bodyPr>
          <a:lstStyle/>
          <a:p>
            <a:r>
              <a:rPr sz="2000" dirty="0"/>
              <a:t>- Import </a:t>
            </a:r>
            <a:r>
              <a:rPr sz="2000" dirty="0" err="1"/>
              <a:t>matplotlib.pyplot</a:t>
            </a:r>
            <a:r>
              <a:rPr sz="2000" dirty="0"/>
              <a:t> as </a:t>
            </a:r>
            <a:r>
              <a:rPr sz="2000" dirty="0" err="1"/>
              <a:t>plt</a:t>
            </a:r>
            <a:endParaRPr sz="2000" dirty="0"/>
          </a:p>
          <a:p>
            <a:r>
              <a:rPr sz="2000" dirty="0"/>
              <a:t>- Use </a:t>
            </a:r>
            <a:r>
              <a:rPr sz="2000" dirty="0" err="1"/>
              <a:t>plt.subplot</a:t>
            </a:r>
            <a:r>
              <a:rPr sz="2000" dirty="0"/>
              <a:t>() to organize layout</a:t>
            </a:r>
          </a:p>
          <a:p>
            <a:r>
              <a:rPr sz="2000" dirty="0"/>
              <a:t>- Use </a:t>
            </a:r>
            <a:r>
              <a:rPr sz="2000" dirty="0" err="1"/>
              <a:t>plt.imshow</a:t>
            </a:r>
            <a:r>
              <a:rPr sz="2000" dirty="0"/>
              <a:t>() to show each image</a:t>
            </a:r>
          </a:p>
          <a:p>
            <a:r>
              <a:rPr sz="2000" dirty="0"/>
              <a:t>- Turn off axes using </a:t>
            </a:r>
            <a:r>
              <a:rPr sz="2000" dirty="0" err="1"/>
              <a:t>plt.axis</a:t>
            </a:r>
            <a:r>
              <a:rPr sz="2000" dirty="0"/>
              <a:t>('off')</a:t>
            </a:r>
          </a:p>
          <a:p>
            <a:r>
              <a:rPr sz="2000" dirty="0"/>
              <a:t>- Add titles using </a:t>
            </a:r>
            <a:r>
              <a:rPr sz="2000" dirty="0" err="1"/>
              <a:t>plt.title</a:t>
            </a:r>
            <a:r>
              <a:rPr sz="2000" dirty="0"/>
              <a:t>()</a:t>
            </a:r>
          </a:p>
          <a:p>
            <a:r>
              <a:rPr sz="2000" dirty="0"/>
              <a:t>- Show all images with </a:t>
            </a:r>
            <a:r>
              <a:rPr sz="2000" dirty="0" err="1"/>
              <a:t>plt.show</a:t>
            </a:r>
            <a:r>
              <a:rPr sz="2000" dirty="0"/>
              <a:t>()</a:t>
            </a:r>
          </a:p>
          <a:p>
            <a:r>
              <a:rPr sz="2000" dirty="0"/>
              <a:t>- Makes it easy to compare filters</a:t>
            </a:r>
          </a:p>
          <a:p>
            <a:r>
              <a:rPr sz="2000" dirty="0"/>
              <a:t>- Final step to visualize output</a:t>
            </a:r>
          </a:p>
          <a:p>
            <a:r>
              <a:rPr sz="2000" dirty="0"/>
              <a:t>- Clear and simple image display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EB948-4DB9-263F-C3B6-450BFCF4E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074173"/>
          </a:xfrm>
        </p:spPr>
        <p:txBody>
          <a:bodyPr/>
          <a:lstStyle/>
          <a:p>
            <a:r>
              <a:rPr lang="en-IN" dirty="0"/>
              <a:t>Python Code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BFFCF7D-AD35-A45F-5B68-EBD26940FC2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96953" y="1816779"/>
            <a:ext cx="4552755" cy="4397207"/>
          </a:xfr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CD3A7B8-D41F-0CCD-47B1-82EEF2AFCCC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181600" y="1917289"/>
            <a:ext cx="3717456" cy="2399071"/>
          </a:xfrm>
        </p:spPr>
      </p:pic>
    </p:spTree>
    <p:extLst>
      <p:ext uri="{BB962C8B-B14F-4D97-AF65-F5344CB8AC3E}">
        <p14:creationId xmlns:p14="http://schemas.microsoft.com/office/powerpoint/2010/main" val="2953394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Screenshot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E9EDC5-DB3F-151D-DB73-4C3078875D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3813" y="1861522"/>
            <a:ext cx="6437799" cy="4524140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Libraries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- Pillow:</a:t>
            </a:r>
          </a:p>
          <a:p>
            <a:r>
              <a:rPr sz="2000" dirty="0"/>
              <a:t>  • Used for image loading and filtering</a:t>
            </a:r>
          </a:p>
          <a:p>
            <a:r>
              <a:rPr sz="2000" dirty="0"/>
              <a:t>  • Simple functions like convert(), filter()</a:t>
            </a:r>
          </a:p>
          <a:p>
            <a:r>
              <a:rPr sz="2000" dirty="0"/>
              <a:t>- Matplotlib:</a:t>
            </a:r>
          </a:p>
          <a:p>
            <a:r>
              <a:rPr sz="2000" dirty="0"/>
              <a:t>  • Used to display images in a grid layout</a:t>
            </a:r>
          </a:p>
          <a:p>
            <a:r>
              <a:rPr sz="2000" dirty="0"/>
              <a:t>  • Useful for clear visual comparison</a:t>
            </a:r>
          </a:p>
          <a:p>
            <a:r>
              <a:rPr sz="2000" dirty="0"/>
              <a:t>- These are powerful Python libraries</a:t>
            </a:r>
          </a:p>
          <a:p>
            <a:r>
              <a:rPr sz="2000" dirty="0"/>
              <a:t>- Together, they help build fun projects</a:t>
            </a:r>
          </a:p>
          <a:p>
            <a:r>
              <a:rPr sz="2000" dirty="0"/>
              <a:t>- Easy to learn and use</a:t>
            </a:r>
          </a:p>
          <a:p>
            <a:r>
              <a:rPr sz="2000" dirty="0"/>
              <a:t>- Can be extended with NumPy, OpenCV</a:t>
            </a:r>
          </a:p>
          <a:p>
            <a:r>
              <a:rPr sz="2000" dirty="0"/>
              <a:t>- Useful in real-world image apps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897626"/>
            <a:ext cx="7704667" cy="2064774"/>
          </a:xfrm>
        </p:spPr>
        <p:txBody>
          <a:bodyPr>
            <a:noAutofit/>
          </a:bodyPr>
          <a:lstStyle/>
          <a:p>
            <a:r>
              <a:rPr lang="en-IN" sz="2000"/>
              <a:t>- https://github.com/AryanOjha09/image-filter-app.git</a:t>
            </a:r>
            <a:endParaRPr lang="en-IN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723104"/>
            <a:ext cx="7704667" cy="2239296"/>
          </a:xfrm>
        </p:spPr>
        <p:txBody>
          <a:bodyPr>
            <a:normAutofit/>
          </a:bodyPr>
          <a:lstStyle/>
          <a:p>
            <a:r>
              <a:rPr sz="2000" dirty="0"/>
              <a:t> Thanks for watching!</a:t>
            </a:r>
          </a:p>
          <a:p>
            <a:r>
              <a:rPr sz="2000" dirty="0"/>
              <a:t>Presented by: Aryan Ojha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24</TotalTime>
  <Words>698</Words>
  <Application>Microsoft Office PowerPoint</Application>
  <PresentationFormat>On-screen Show (4:3)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Corbel</vt:lpstr>
      <vt:lpstr>Parallax</vt:lpstr>
      <vt:lpstr>Advanced Libraries in Python</vt:lpstr>
      <vt:lpstr>What are Python Libraries?</vt:lpstr>
      <vt:lpstr>What is Pillow?</vt:lpstr>
      <vt:lpstr>What is Matplotlib?</vt:lpstr>
      <vt:lpstr>Project Overview</vt:lpstr>
      <vt:lpstr>Step 1: Load the Image</vt:lpstr>
      <vt:lpstr>Step 2: Apply Filters</vt:lpstr>
      <vt:lpstr>Step 3: Show Results</vt:lpstr>
      <vt:lpstr>Python Code</vt:lpstr>
      <vt:lpstr>Output Screenshot</vt:lpstr>
      <vt:lpstr>Libraries Used</vt:lpstr>
      <vt:lpstr>GitHub Repository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aryanojha5833@outlook.com</cp:lastModifiedBy>
  <cp:revision>1</cp:revision>
  <dcterms:created xsi:type="dcterms:W3CDTF">2013-01-27T09:14:16Z</dcterms:created>
  <dcterms:modified xsi:type="dcterms:W3CDTF">2025-04-16T05:11:25Z</dcterms:modified>
  <cp:category/>
</cp:coreProperties>
</file>