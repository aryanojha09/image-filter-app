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FECBAB-2BE8-4B8D-80CD-6777F872BA00}" v="10" dt="2025-04-15T16:42:39.6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yanojha5833@outlook.com" userId="456692e232dcbbbe" providerId="LiveId" clId="{99FECBAB-2BE8-4B8D-80CD-6777F872BA00}"/>
    <pc:docChg chg="undo custSel modSld">
      <pc:chgData name="aryanojha5833@outlook.com" userId="456692e232dcbbbe" providerId="LiveId" clId="{99FECBAB-2BE8-4B8D-80CD-6777F872BA00}" dt="2025-04-15T16:44:29.962" v="105" actId="20577"/>
      <pc:docMkLst>
        <pc:docMk/>
      </pc:docMkLst>
      <pc:sldChg chg="modSp mod">
        <pc:chgData name="aryanojha5833@outlook.com" userId="456692e232dcbbbe" providerId="LiveId" clId="{99FECBAB-2BE8-4B8D-80CD-6777F872BA00}" dt="2025-04-15T16:41:48.165" v="56"/>
        <pc:sldMkLst>
          <pc:docMk/>
          <pc:sldMk cId="0" sldId="256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56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1:58.415" v="58" actId="1076"/>
        <pc:sldMkLst>
          <pc:docMk/>
          <pc:sldMk cId="0" sldId="257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57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1:58.415" v="58" actId="1076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2:08.091" v="60" actId="1076"/>
        <pc:sldMkLst>
          <pc:docMk/>
          <pc:sldMk cId="0" sldId="258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58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2:08.091" v="60" actId="1076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2:19.943" v="62" actId="1076"/>
        <pc:sldMkLst>
          <pc:docMk/>
          <pc:sldMk cId="0" sldId="259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59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2:19.943" v="62" actId="1076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2:30.859" v="65" actId="1076"/>
        <pc:sldMkLst>
          <pc:docMk/>
          <pc:sldMk cId="0" sldId="260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0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2:30.859" v="65" actId="1076"/>
          <ac:spMkLst>
            <pc:docMk/>
            <pc:sldMk cId="0" sldId="260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2:41.400" v="68" actId="1076"/>
        <pc:sldMkLst>
          <pc:docMk/>
          <pc:sldMk cId="0" sldId="261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1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2:41.400" v="68" actId="1076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2:51.667" v="70" actId="1076"/>
        <pc:sldMkLst>
          <pc:docMk/>
          <pc:sldMk cId="0" sldId="262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2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2:51.667" v="70" actId="1076"/>
          <ac:spMkLst>
            <pc:docMk/>
            <pc:sldMk cId="0" sldId="262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3:02.915" v="72" actId="1076"/>
        <pc:sldMkLst>
          <pc:docMk/>
          <pc:sldMk cId="0" sldId="263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3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3:02.915" v="72" actId="1076"/>
          <ac:spMkLst>
            <pc:docMk/>
            <pc:sldMk cId="0" sldId="263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3:12.311" v="74" actId="1076"/>
        <pc:sldMkLst>
          <pc:docMk/>
          <pc:sldMk cId="0" sldId="264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4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3:12.311" v="74" actId="1076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3:17.080" v="75" actId="404"/>
        <pc:sldMkLst>
          <pc:docMk/>
          <pc:sldMk cId="0" sldId="265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5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3:17.080" v="75" actId="404"/>
          <ac:spMkLst>
            <pc:docMk/>
            <pc:sldMk cId="0" sldId="265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3:48.598" v="81" actId="14100"/>
        <pc:sldMkLst>
          <pc:docMk/>
          <pc:sldMk cId="0" sldId="266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6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3:48.598" v="81" actId="14100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aryanojha5833@outlook.com" userId="456692e232dcbbbe" providerId="LiveId" clId="{99FECBAB-2BE8-4B8D-80CD-6777F872BA00}" dt="2025-04-15T16:44:29.962" v="105" actId="20577"/>
        <pc:sldMkLst>
          <pc:docMk/>
          <pc:sldMk cId="0" sldId="267"/>
        </pc:sldMkLst>
        <pc:spChg chg="mod">
          <ac:chgData name="aryanojha5833@outlook.com" userId="456692e232dcbbbe" providerId="LiveId" clId="{99FECBAB-2BE8-4B8D-80CD-6777F872BA00}" dt="2025-04-15T16:41:48.165" v="56"/>
          <ac:spMkLst>
            <pc:docMk/>
            <pc:sldMk cId="0" sldId="267"/>
            <ac:spMk id="2" creationId="{00000000-0000-0000-0000-000000000000}"/>
          </ac:spMkLst>
        </pc:spChg>
        <pc:spChg chg="mod">
          <ac:chgData name="aryanojha5833@outlook.com" userId="456692e232dcbbbe" providerId="LiveId" clId="{99FECBAB-2BE8-4B8D-80CD-6777F872BA00}" dt="2025-04-15T16:44:29.962" v="105" actId="20577"/>
          <ac:spMkLst>
            <pc:docMk/>
            <pc:sldMk cId="0" sldId="267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203200" y="0"/>
            <a:ext cx="3778250" cy="6858001"/>
            <a:chOff x="203200" y="0"/>
            <a:chExt cx="3778250" cy="6858001"/>
          </a:xfrm>
        </p:grpSpPr>
        <p:sp>
          <p:nvSpPr>
            <p:cNvPr id="14" name="Freeform 6"/>
            <p:cNvSpPr/>
            <p:nvPr/>
          </p:nvSpPr>
          <p:spPr bwMode="auto">
            <a:xfrm>
              <a:off x="641350" y="0"/>
              <a:ext cx="1365250" cy="3971925"/>
            </a:xfrm>
            <a:custGeom>
              <a:avLst/>
              <a:gdLst/>
              <a:ahLst/>
              <a:cxnLst/>
              <a:rect l="0" t="0" r="r" b="b"/>
              <a:pathLst>
                <a:path w="860" h="2502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5" name="Freeform 7"/>
            <p:cNvSpPr/>
            <p:nvPr/>
          </p:nvSpPr>
          <p:spPr bwMode="auto">
            <a:xfrm>
              <a:off x="203200" y="0"/>
              <a:ext cx="1336675" cy="3862388"/>
            </a:xfrm>
            <a:custGeom>
              <a:avLst/>
              <a:gdLst/>
              <a:ahLst/>
              <a:cxnLst/>
              <a:rect l="0" t="0" r="r" b="b"/>
              <a:pathLst>
                <a:path w="842" h="2433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6" name="Freeform 8"/>
            <p:cNvSpPr/>
            <p:nvPr/>
          </p:nvSpPr>
          <p:spPr bwMode="auto">
            <a:xfrm>
              <a:off x="207963" y="3776663"/>
              <a:ext cx="1936750" cy="3081338"/>
            </a:xfrm>
            <a:custGeom>
              <a:avLst/>
              <a:gdLst/>
              <a:ahLst/>
              <a:cxnLst/>
              <a:rect l="0" t="0" r="r" b="b"/>
              <a:pathLst>
                <a:path w="1220" h="1941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0" name="Freeform 9"/>
            <p:cNvSpPr/>
            <p:nvPr/>
          </p:nvSpPr>
          <p:spPr bwMode="auto">
            <a:xfrm>
              <a:off x="646113" y="3886200"/>
              <a:ext cx="2373313" cy="2971800"/>
            </a:xfrm>
            <a:custGeom>
              <a:avLst/>
              <a:gdLst/>
              <a:ahLst/>
              <a:cxnLst/>
              <a:rect l="0" t="0" r="r" b="b"/>
              <a:pathLst>
                <a:path w="1495" h="1872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1" name="Freeform 10"/>
            <p:cNvSpPr/>
            <p:nvPr/>
          </p:nvSpPr>
          <p:spPr bwMode="auto">
            <a:xfrm>
              <a:off x="641350" y="3881438"/>
              <a:ext cx="3340100" cy="2976563"/>
            </a:xfrm>
            <a:custGeom>
              <a:avLst/>
              <a:gdLst/>
              <a:ahLst/>
              <a:cxnLst/>
              <a:rect l="0" t="0" r="r" b="b"/>
              <a:pathLst>
                <a:path w="2104" h="1875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2" name="Freeform 11"/>
            <p:cNvSpPr/>
            <p:nvPr/>
          </p:nvSpPr>
          <p:spPr bwMode="auto">
            <a:xfrm>
              <a:off x="203200" y="3771900"/>
              <a:ext cx="2660650" cy="3086100"/>
            </a:xfrm>
            <a:custGeom>
              <a:avLst/>
              <a:gdLst/>
              <a:ahLst/>
              <a:cxnLst/>
              <a:rect l="0" t="0" r="r" b="b"/>
              <a:pathLst>
                <a:path w="1676" h="1944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9673" y="914401"/>
            <a:ext cx="6947127" cy="3488266"/>
          </a:xfrm>
        </p:spPr>
        <p:txBody>
          <a:bodyPr anchor="b">
            <a:normAutofit/>
          </a:bodyPr>
          <a:lstStyle>
            <a:lvl1pPr algn="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238" y="4402666"/>
            <a:ext cx="5762563" cy="1364531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25773" y="6117336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23733" y="6117336"/>
            <a:ext cx="360943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5320" y="6117336"/>
            <a:ext cx="41148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Freeform 12"/>
          <p:cNvSpPr/>
          <p:nvPr/>
        </p:nvSpPr>
        <p:spPr bwMode="auto">
          <a:xfrm>
            <a:off x="203200" y="3771900"/>
            <a:ext cx="361950" cy="90488"/>
          </a:xfrm>
          <a:custGeom>
            <a:avLst/>
            <a:gdLst/>
            <a:ahLst/>
            <a:cxnLst/>
            <a:rect l="0" t="0" r="r" b="b"/>
            <a:pathLst>
              <a:path w="228" h="57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4" name="Freeform 13"/>
          <p:cNvSpPr/>
          <p:nvPr/>
        </p:nvSpPr>
        <p:spPr bwMode="auto">
          <a:xfrm>
            <a:off x="560388" y="3867150"/>
            <a:ext cx="61913" cy="80963"/>
          </a:xfrm>
          <a:custGeom>
            <a:avLst/>
            <a:gdLst/>
            <a:ahLst/>
            <a:cxnLst/>
            <a:rect l="0" t="0" r="r" b="b"/>
            <a:pathLst>
              <a:path w="39" h="51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1596974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667000"/>
            <a:ext cx="7704667" cy="333281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44329" y="6108173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72647" y="6108173"/>
            <a:ext cx="531451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58967" y="6108173"/>
            <a:ext cx="42783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47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6995" y="2666998"/>
            <a:ext cx="6699805" cy="2360071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998" y="5027070"/>
            <a:ext cx="6699802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3317" y="6116070"/>
            <a:ext cx="41348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363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685801"/>
            <a:ext cx="7704667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2133" y="2667000"/>
            <a:ext cx="3739896" cy="336867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46904" y="2667000"/>
            <a:ext cx="3739896" cy="334682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089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9481" y="2658533"/>
            <a:ext cx="345629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3523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61710" y="2667000"/>
            <a:ext cx="3467806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57266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7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413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41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1600200"/>
            <a:ext cx="2662534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7553" y="685800"/>
            <a:ext cx="4681962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4" y="2971800"/>
            <a:ext cx="2662534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000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2332" y="1752599"/>
            <a:ext cx="4070679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97495" y="914400"/>
            <a:ext cx="2461371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2332" y="3124199"/>
            <a:ext cx="4070679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840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3" y="4732865"/>
            <a:ext cx="751599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9975" y="932112"/>
            <a:ext cx="6171065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3" y="5299603"/>
            <a:ext cx="751599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056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685800"/>
            <a:ext cx="751599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0935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598235" y="3428999"/>
            <a:ext cx="6631128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3" y="4343400"/>
            <a:ext cx="751599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9902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3308581"/>
            <a:ext cx="751598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7381"/>
            <a:ext cx="751599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5525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5" y="3886200"/>
            <a:ext cx="751599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5200"/>
            <a:ext cx="751599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576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685801"/>
            <a:ext cx="7515991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4" y="3505200"/>
            <a:ext cx="7515992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8904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299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01393" y="685800"/>
            <a:ext cx="1328123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524" y="685800"/>
            <a:ext cx="6016373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923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0"/>
            <a:ext cx="2132013" cy="6858001"/>
            <a:chOff x="0" y="0"/>
            <a:chExt cx="2132013" cy="6858001"/>
          </a:xfrm>
        </p:grpSpPr>
        <p:sp>
          <p:nvSpPr>
            <p:cNvPr id="15" name="Freeform 6"/>
            <p:cNvSpPr/>
            <p:nvPr/>
          </p:nvSpPr>
          <p:spPr bwMode="auto">
            <a:xfrm>
              <a:off x="0" y="0"/>
              <a:ext cx="1073150" cy="5291138"/>
            </a:xfrm>
            <a:custGeom>
              <a:avLst/>
              <a:gdLst/>
              <a:ahLst/>
              <a:cxnLst/>
              <a:rect l="0" t="0" r="r" b="b"/>
              <a:pathLst>
                <a:path w="676" h="3333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6" name="Freeform 7"/>
            <p:cNvSpPr/>
            <p:nvPr/>
          </p:nvSpPr>
          <p:spPr bwMode="auto">
            <a:xfrm>
              <a:off x="0" y="0"/>
              <a:ext cx="758825" cy="4624388"/>
            </a:xfrm>
            <a:custGeom>
              <a:avLst/>
              <a:gdLst/>
              <a:ahLst/>
              <a:cxnLst/>
              <a:rect l="0" t="0" r="r" b="b"/>
              <a:pathLst>
                <a:path w="478" h="2913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7" name="Freeform 8"/>
            <p:cNvSpPr/>
            <p:nvPr/>
          </p:nvSpPr>
          <p:spPr bwMode="auto">
            <a:xfrm>
              <a:off x="0" y="5662613"/>
              <a:ext cx="906463" cy="1195388"/>
            </a:xfrm>
            <a:custGeom>
              <a:avLst/>
              <a:gdLst/>
              <a:ahLst/>
              <a:cxnLst/>
              <a:rect l="0" t="0" r="r" b="b"/>
              <a:pathLst>
                <a:path w="571" h="753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8" name="Freeform 9"/>
            <p:cNvSpPr/>
            <p:nvPr/>
          </p:nvSpPr>
          <p:spPr bwMode="auto">
            <a:xfrm>
              <a:off x="0" y="5295900"/>
              <a:ext cx="1487488" cy="1562100"/>
            </a:xfrm>
            <a:custGeom>
              <a:avLst/>
              <a:gdLst/>
              <a:ahLst/>
              <a:cxnLst/>
              <a:rect l="0" t="0" r="r" b="b"/>
              <a:pathLst>
                <a:path w="937" h="984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9" name="Freeform 10"/>
            <p:cNvSpPr/>
            <p:nvPr/>
          </p:nvSpPr>
          <p:spPr bwMode="auto">
            <a:xfrm>
              <a:off x="0" y="5257800"/>
              <a:ext cx="2132013" cy="1600200"/>
            </a:xfrm>
            <a:custGeom>
              <a:avLst/>
              <a:gdLst/>
              <a:ahLst/>
              <a:cxnLst/>
              <a:rect l="0" t="0" r="r" b="b"/>
              <a:pathLst>
                <a:path w="1343" h="1008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0" name="Freeform 11"/>
            <p:cNvSpPr/>
            <p:nvPr/>
          </p:nvSpPr>
          <p:spPr bwMode="auto">
            <a:xfrm>
              <a:off x="0" y="5357813"/>
              <a:ext cx="1377950" cy="1500188"/>
            </a:xfrm>
            <a:custGeom>
              <a:avLst/>
              <a:gdLst/>
              <a:ahLst/>
              <a:cxnLst/>
              <a:rect l="0" t="0" r="r" b="b"/>
              <a:pathLst>
                <a:path w="868" h="945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134" y="2667000"/>
            <a:ext cx="7704666" cy="33569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8679" y="6116070"/>
            <a:ext cx="8574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86997" y="6116070"/>
            <a:ext cx="5314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73317" y="6116070"/>
            <a:ext cx="4134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411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  <p:sldLayoutId id="2147483731" r:id="rId12"/>
    <p:sldLayoutId id="2147483732" r:id="rId13"/>
    <p:sldLayoutId id="2147483733" r:id="rId14"/>
    <p:sldLayoutId id="2147483734" r:id="rId15"/>
    <p:sldLayoutId id="2147483735" r:id="rId16"/>
    <p:sldLayoutId id="2147483736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Advanced Libraries in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t>Mini Project: Image Filter App using Pillow &amp; Matplotlib</a:t>
            </a:r>
          </a:p>
          <a:p>
            <a:r>
              <a:t>Presented by: Aryan Ojha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What are Python Libraries?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438401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Python libraries are collections of pre-written code.</a:t>
            </a:r>
          </a:p>
          <a:p>
            <a:r>
              <a:rPr sz="2000" dirty="0"/>
              <a:t>- They let us do more by writing less.</a:t>
            </a:r>
          </a:p>
          <a:p>
            <a:r>
              <a:rPr sz="2000" dirty="0"/>
              <a:t>- Libraries simplify complex programming tasks.</a:t>
            </a:r>
          </a:p>
          <a:p>
            <a:r>
              <a:rPr sz="2000" dirty="0"/>
              <a:t>- Help in areas like data, images, AI, etc.</a:t>
            </a:r>
          </a:p>
          <a:p>
            <a:r>
              <a:rPr sz="2000" dirty="0"/>
              <a:t>- Example: Pillow helps with images.</a:t>
            </a:r>
          </a:p>
          <a:p>
            <a:r>
              <a:rPr sz="2000" dirty="0"/>
              <a:t>- Matplotlib helps with charts.</a:t>
            </a:r>
          </a:p>
          <a:p>
            <a:r>
              <a:rPr sz="2000" dirty="0"/>
              <a:t>- TensorFlow helps with AI.</a:t>
            </a:r>
          </a:p>
          <a:p>
            <a:r>
              <a:rPr sz="2000" dirty="0"/>
              <a:t>- Libraries save time and reduce errors.</a:t>
            </a:r>
          </a:p>
          <a:p>
            <a:r>
              <a:rPr sz="2000" dirty="0"/>
              <a:t>- We use two libraries in our mini project.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Pillow?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303207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Pillow is a Python library for image processing.</a:t>
            </a:r>
          </a:p>
          <a:p>
            <a:r>
              <a:rPr sz="2000" dirty="0"/>
              <a:t>- It can open, resize, and apply effects to images.</a:t>
            </a:r>
          </a:p>
          <a:p>
            <a:r>
              <a:rPr sz="2000" dirty="0"/>
              <a:t>- Easy to use and beginner-friendly.</a:t>
            </a:r>
          </a:p>
          <a:p>
            <a:r>
              <a:rPr sz="2000" dirty="0"/>
              <a:t>- Can convert images to grayscale.</a:t>
            </a:r>
          </a:p>
          <a:p>
            <a:r>
              <a:rPr sz="2000" dirty="0"/>
              <a:t>- Can apply filters like blur and edge detection.</a:t>
            </a:r>
          </a:p>
          <a:p>
            <a:r>
              <a:rPr sz="2000" dirty="0"/>
              <a:t>- Supports many formats: JPG, PNG, etc.</a:t>
            </a:r>
          </a:p>
          <a:p>
            <a:r>
              <a:rPr sz="2000" dirty="0"/>
              <a:t>- Works well with other libraries.</a:t>
            </a:r>
          </a:p>
          <a:p>
            <a:r>
              <a:rPr sz="2000" dirty="0"/>
              <a:t>- We used it to modify an image.</a:t>
            </a:r>
          </a:p>
          <a:p>
            <a:r>
              <a:rPr sz="2000" dirty="0"/>
              <a:t>- It's the core library in our project.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Matplotlib?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234381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Matplotlib is used for making graphs and plots.</a:t>
            </a:r>
          </a:p>
          <a:p>
            <a:r>
              <a:rPr sz="2000" dirty="0"/>
              <a:t>- In our project, we used it to show images.</a:t>
            </a:r>
          </a:p>
          <a:p>
            <a:r>
              <a:rPr sz="2000" dirty="0"/>
              <a:t>- It allows showing multiple images in one figure.</a:t>
            </a:r>
          </a:p>
          <a:p>
            <a:r>
              <a:rPr sz="2000" dirty="0"/>
              <a:t>- You can control layout and titles.</a:t>
            </a:r>
          </a:p>
          <a:p>
            <a:r>
              <a:rPr sz="2000" dirty="0"/>
              <a:t>- Useful in data science and machine learning.</a:t>
            </a:r>
          </a:p>
          <a:p>
            <a:r>
              <a:rPr sz="2000" dirty="0"/>
              <a:t>- Makes results easier to understand.</a:t>
            </a:r>
          </a:p>
          <a:p>
            <a:r>
              <a:rPr sz="2000" dirty="0"/>
              <a:t>- You can save plots as image files.</a:t>
            </a:r>
          </a:p>
          <a:p>
            <a:r>
              <a:rPr sz="2000" dirty="0"/>
              <a:t>- Works well with other tools like NumPy.</a:t>
            </a:r>
          </a:p>
          <a:p>
            <a:r>
              <a:rPr sz="2000" dirty="0"/>
              <a:t>- We used it to show original and filtered images.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244213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Name: Image Filter App using Pillow and Matplotlib</a:t>
            </a:r>
          </a:p>
          <a:p>
            <a:r>
              <a:rPr sz="2000" dirty="0"/>
              <a:t>- Goal: Apply simple filters to a selected image</a:t>
            </a:r>
          </a:p>
          <a:p>
            <a:r>
              <a:rPr sz="2000" dirty="0"/>
              <a:t>- Filters: Grayscale, Blur, Edge Detection</a:t>
            </a:r>
          </a:p>
          <a:p>
            <a:r>
              <a:rPr sz="2000" dirty="0"/>
              <a:t>- Show all filters in one window using plots</a:t>
            </a:r>
          </a:p>
          <a:p>
            <a:r>
              <a:rPr sz="2000" dirty="0"/>
              <a:t>- Beginner-friendly and easy to understand</a:t>
            </a:r>
          </a:p>
          <a:p>
            <a:r>
              <a:rPr sz="2000" dirty="0"/>
              <a:t>- Uses two advanced libraries effectively</a:t>
            </a:r>
          </a:p>
          <a:p>
            <a:r>
              <a:rPr sz="2000" dirty="0"/>
              <a:t>- Teaches image loading and manipulation</a:t>
            </a:r>
          </a:p>
          <a:p>
            <a:r>
              <a:rPr sz="2000" dirty="0"/>
              <a:t>- Can be extended with more filters</a:t>
            </a:r>
          </a:p>
          <a:p>
            <a:r>
              <a:rPr sz="2000" dirty="0"/>
              <a:t>- Helps learn visualization and image basics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Step 1: Load the Image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273710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First, import the Pillow library</a:t>
            </a:r>
          </a:p>
          <a:p>
            <a:r>
              <a:rPr sz="2000" dirty="0"/>
              <a:t>- Use </a:t>
            </a:r>
            <a:r>
              <a:rPr sz="2000" dirty="0" err="1"/>
              <a:t>Image.open</a:t>
            </a:r>
            <a:r>
              <a:rPr sz="2000" dirty="0"/>
              <a:t>() to load the image file</a:t>
            </a:r>
          </a:p>
          <a:p>
            <a:r>
              <a:rPr sz="2000" dirty="0"/>
              <a:t>- Save your image in the same folder as the script</a:t>
            </a:r>
          </a:p>
          <a:p>
            <a:r>
              <a:rPr sz="2000" dirty="0"/>
              <a:t>- Handle error if image is missing</a:t>
            </a:r>
          </a:p>
          <a:p>
            <a:r>
              <a:rPr sz="2000" dirty="0"/>
              <a:t>- Load only supported file types like .jpg/.</a:t>
            </a:r>
            <a:r>
              <a:rPr sz="2000" dirty="0" err="1"/>
              <a:t>png</a:t>
            </a:r>
            <a:endParaRPr sz="2000" dirty="0"/>
          </a:p>
          <a:p>
            <a:r>
              <a:rPr sz="2000" dirty="0"/>
              <a:t>- Image gets stored in a variable (e.g., </a:t>
            </a:r>
            <a:r>
              <a:rPr sz="2000" dirty="0" err="1"/>
              <a:t>img</a:t>
            </a:r>
            <a:r>
              <a:rPr sz="2000" dirty="0"/>
              <a:t>)</a:t>
            </a:r>
          </a:p>
          <a:p>
            <a:r>
              <a:rPr sz="2000" dirty="0"/>
              <a:t>- Always make sure path is correct</a:t>
            </a:r>
          </a:p>
          <a:p>
            <a:r>
              <a:rPr sz="2000" dirty="0"/>
              <a:t>- This is the first step before processing</a:t>
            </a:r>
          </a:p>
          <a:p>
            <a:r>
              <a:rPr sz="2000" dirty="0"/>
              <a:t>- Required before applying filters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Step 2: Apply Filters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283542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Use Pillow’s functions to apply filters</a:t>
            </a:r>
          </a:p>
          <a:p>
            <a:r>
              <a:rPr sz="2000" dirty="0"/>
              <a:t>- Convert to grayscale using .convert('L')</a:t>
            </a:r>
          </a:p>
          <a:p>
            <a:r>
              <a:rPr sz="2000" dirty="0"/>
              <a:t>- Apply blur using </a:t>
            </a:r>
            <a:r>
              <a:rPr sz="2000" dirty="0" err="1"/>
              <a:t>ImageFilter.BLUR</a:t>
            </a:r>
            <a:endParaRPr sz="2000" dirty="0"/>
          </a:p>
          <a:p>
            <a:r>
              <a:rPr sz="2000" dirty="0"/>
              <a:t>- Detect edges using </a:t>
            </a:r>
            <a:r>
              <a:rPr sz="2000" dirty="0" err="1"/>
              <a:t>ImageFilter.FIND_EDGES</a:t>
            </a:r>
            <a:endParaRPr sz="2000" dirty="0"/>
          </a:p>
          <a:p>
            <a:r>
              <a:rPr sz="2000" dirty="0"/>
              <a:t>- Each filter returns a new image</a:t>
            </a:r>
          </a:p>
          <a:p>
            <a:r>
              <a:rPr sz="2000" dirty="0"/>
              <a:t>- Keep original image unchanged</a:t>
            </a:r>
          </a:p>
          <a:p>
            <a:r>
              <a:rPr sz="2000" dirty="0"/>
              <a:t>- Easy to chain or combine filters</a:t>
            </a:r>
          </a:p>
          <a:p>
            <a:r>
              <a:rPr sz="2000" dirty="0"/>
              <a:t>- Great for learning image transformation</a:t>
            </a:r>
          </a:p>
          <a:p>
            <a:r>
              <a:rPr sz="2000" dirty="0"/>
              <a:t>- These steps are simple and visual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3: Show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293374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Import </a:t>
            </a:r>
            <a:r>
              <a:rPr sz="2000" dirty="0" err="1"/>
              <a:t>matplotlib.pyplot</a:t>
            </a:r>
            <a:r>
              <a:rPr sz="2000" dirty="0"/>
              <a:t> as </a:t>
            </a:r>
            <a:r>
              <a:rPr sz="2000" dirty="0" err="1"/>
              <a:t>plt</a:t>
            </a:r>
            <a:endParaRPr sz="2000" dirty="0"/>
          </a:p>
          <a:p>
            <a:r>
              <a:rPr sz="2000" dirty="0"/>
              <a:t>- Use </a:t>
            </a:r>
            <a:r>
              <a:rPr sz="2000" dirty="0" err="1"/>
              <a:t>plt.subplot</a:t>
            </a:r>
            <a:r>
              <a:rPr sz="2000" dirty="0"/>
              <a:t>() to organize layout</a:t>
            </a:r>
          </a:p>
          <a:p>
            <a:r>
              <a:rPr sz="2000" dirty="0"/>
              <a:t>- Use </a:t>
            </a:r>
            <a:r>
              <a:rPr sz="2000" dirty="0" err="1"/>
              <a:t>plt.imshow</a:t>
            </a:r>
            <a:r>
              <a:rPr sz="2000" dirty="0"/>
              <a:t>() to show each image</a:t>
            </a:r>
          </a:p>
          <a:p>
            <a:r>
              <a:rPr sz="2000" dirty="0"/>
              <a:t>- Turn off axes using </a:t>
            </a:r>
            <a:r>
              <a:rPr sz="2000" dirty="0" err="1"/>
              <a:t>plt.axis</a:t>
            </a:r>
            <a:r>
              <a:rPr sz="2000" dirty="0"/>
              <a:t>('off')</a:t>
            </a:r>
          </a:p>
          <a:p>
            <a:r>
              <a:rPr sz="2000" dirty="0"/>
              <a:t>- Add titles using </a:t>
            </a:r>
            <a:r>
              <a:rPr sz="2000" dirty="0" err="1"/>
              <a:t>plt.title</a:t>
            </a:r>
            <a:r>
              <a:rPr sz="2000" dirty="0"/>
              <a:t>()</a:t>
            </a:r>
          </a:p>
          <a:p>
            <a:r>
              <a:rPr sz="2000" dirty="0"/>
              <a:t>- Show all images with </a:t>
            </a:r>
            <a:r>
              <a:rPr sz="2000" dirty="0" err="1"/>
              <a:t>plt.show</a:t>
            </a:r>
            <a:r>
              <a:rPr sz="2000" dirty="0"/>
              <a:t>()</a:t>
            </a:r>
          </a:p>
          <a:p>
            <a:r>
              <a:rPr sz="2000" dirty="0"/>
              <a:t>- Makes it easy to compare filters</a:t>
            </a:r>
          </a:p>
          <a:p>
            <a:r>
              <a:rPr sz="2000" dirty="0"/>
              <a:t>- Final step to visualize output</a:t>
            </a:r>
          </a:p>
          <a:p>
            <a:r>
              <a:rPr sz="2000" dirty="0"/>
              <a:t>- Clear and simple image display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Output Screenshot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185219"/>
            <a:ext cx="7704667" cy="3332816"/>
          </a:xfrm>
        </p:spPr>
        <p:txBody>
          <a:bodyPr>
            <a:noAutofit/>
          </a:bodyPr>
          <a:lstStyle/>
          <a:p>
            <a:r>
              <a:rPr sz="2000" dirty="0"/>
              <a:t>- This slide shows sample output of the app</a:t>
            </a:r>
          </a:p>
          <a:p>
            <a:r>
              <a:rPr sz="2000" dirty="0"/>
              <a:t>- Top left: Original color image</a:t>
            </a:r>
          </a:p>
          <a:p>
            <a:r>
              <a:rPr sz="2000" dirty="0"/>
              <a:t>- Top right: Grayscale image</a:t>
            </a:r>
          </a:p>
          <a:p>
            <a:r>
              <a:rPr sz="2000" dirty="0"/>
              <a:t>- Bottom left: Blurred version</a:t>
            </a:r>
          </a:p>
          <a:p>
            <a:r>
              <a:rPr sz="2000" dirty="0"/>
              <a:t>- Bottom right: Edge-detected image</a:t>
            </a:r>
          </a:p>
          <a:p>
            <a:r>
              <a:rPr sz="2000" dirty="0"/>
              <a:t>- Layout made using matplotlib subplots</a:t>
            </a:r>
          </a:p>
          <a:p>
            <a:r>
              <a:rPr sz="2000" dirty="0"/>
              <a:t>- Helps users visually compare results</a:t>
            </a:r>
          </a:p>
          <a:p>
            <a:r>
              <a:rPr sz="2000" dirty="0"/>
              <a:t>- Easy to expand with more filters</a:t>
            </a:r>
          </a:p>
          <a:p>
            <a:r>
              <a:rPr sz="2000" dirty="0"/>
              <a:t>- Add your screenshot here for demo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Libraries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sz="2000" dirty="0"/>
              <a:t>- Pillow:</a:t>
            </a:r>
          </a:p>
          <a:p>
            <a:r>
              <a:rPr sz="2000" dirty="0"/>
              <a:t>  • Used for image loading and filtering</a:t>
            </a:r>
          </a:p>
          <a:p>
            <a:r>
              <a:rPr sz="2000" dirty="0"/>
              <a:t>  • Simple functions like convert(), filter()</a:t>
            </a:r>
          </a:p>
          <a:p>
            <a:r>
              <a:rPr sz="2000" dirty="0"/>
              <a:t>- Matplotlib:</a:t>
            </a:r>
          </a:p>
          <a:p>
            <a:r>
              <a:rPr sz="2000" dirty="0"/>
              <a:t>  • Used to display images in a grid layout</a:t>
            </a:r>
          </a:p>
          <a:p>
            <a:r>
              <a:rPr sz="2000" dirty="0"/>
              <a:t>  • Useful for clear visual comparison</a:t>
            </a:r>
          </a:p>
          <a:p>
            <a:r>
              <a:rPr sz="2000" dirty="0"/>
              <a:t>- These are powerful Python libraries</a:t>
            </a:r>
          </a:p>
          <a:p>
            <a:r>
              <a:rPr sz="2000" dirty="0"/>
              <a:t>- Together, they help build fun projects</a:t>
            </a:r>
          </a:p>
          <a:p>
            <a:r>
              <a:rPr sz="2000" dirty="0"/>
              <a:t>- Easy to learn and use</a:t>
            </a:r>
          </a:p>
          <a:p>
            <a:r>
              <a:rPr sz="2000" dirty="0"/>
              <a:t>- Can be extended with NumPy, OpenCV</a:t>
            </a:r>
          </a:p>
          <a:p>
            <a:r>
              <a:rPr sz="2000" dirty="0"/>
              <a:t>- Useful in real-world image apps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GitHub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1897626"/>
            <a:ext cx="7704667" cy="2064774"/>
          </a:xfrm>
        </p:spPr>
        <p:txBody>
          <a:bodyPr>
            <a:noAutofit/>
          </a:bodyPr>
          <a:lstStyle/>
          <a:p>
            <a:r>
              <a:rPr sz="2000" dirty="0"/>
              <a:t>- 🔗 https://github.com/yourusername/image-filter-app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1723104"/>
            <a:ext cx="7704667" cy="2239296"/>
          </a:xfrm>
        </p:spPr>
        <p:txBody>
          <a:bodyPr>
            <a:normAutofit/>
          </a:bodyPr>
          <a:lstStyle/>
          <a:p>
            <a:r>
              <a:rPr sz="2000" dirty="0"/>
              <a:t> Thanks for watching!</a:t>
            </a:r>
          </a:p>
          <a:p>
            <a:r>
              <a:rPr sz="2000" dirty="0"/>
              <a:t>Presented by: Aryan Ojha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EBEBEB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Parallax</Template>
  <TotalTime>17</TotalTime>
  <Words>747</Words>
  <Application>Microsoft Office PowerPoint</Application>
  <PresentationFormat>On-screen Show (4:3)</PresentationFormat>
  <Paragraphs>100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Corbel</vt:lpstr>
      <vt:lpstr>Parallax</vt:lpstr>
      <vt:lpstr>Advanced Libraries in Python</vt:lpstr>
      <vt:lpstr>What are Python Libraries?</vt:lpstr>
      <vt:lpstr>What is Pillow?</vt:lpstr>
      <vt:lpstr>What is Matplotlib?</vt:lpstr>
      <vt:lpstr>Project Overview</vt:lpstr>
      <vt:lpstr>Step 1: Load the Image</vt:lpstr>
      <vt:lpstr>Step 2: Apply Filters</vt:lpstr>
      <vt:lpstr>Step 3: Show Results</vt:lpstr>
      <vt:lpstr>Output Screenshot</vt:lpstr>
      <vt:lpstr>Libraries Used</vt:lpstr>
      <vt:lpstr>GitHub Repository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aryanojha5833@outlook.com</cp:lastModifiedBy>
  <cp:revision>1</cp:revision>
  <dcterms:created xsi:type="dcterms:W3CDTF">2013-01-27T09:14:16Z</dcterms:created>
  <dcterms:modified xsi:type="dcterms:W3CDTF">2025-04-15T16:44:38Z</dcterms:modified>
  <cp:category/>
</cp:coreProperties>
</file>